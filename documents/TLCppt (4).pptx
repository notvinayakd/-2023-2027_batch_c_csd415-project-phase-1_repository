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Default Extension="jpg" ContentType="image/jpg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</p:sldIdLst>
  <p:sldSz cx="5765800" cy="3244850"/>
  <p:notesSz cx="5765800" cy="324485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432435" y="1005903"/>
            <a:ext cx="4900930" cy="68141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1" i="0">
                <a:solidFill>
                  <a:srgbClr val="131318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864870" y="1817116"/>
            <a:ext cx="4036060" cy="8112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50" b="0" i="0">
                <a:solidFill>
                  <a:srgbClr val="131318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600" b="1" i="0">
                <a:solidFill>
                  <a:srgbClr val="131318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950" b="0" i="0">
                <a:solidFill>
                  <a:srgbClr val="131318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600" b="1" i="0">
                <a:solidFill>
                  <a:srgbClr val="131318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288290" y="746315"/>
            <a:ext cx="2508123" cy="214160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2969387" y="746315"/>
            <a:ext cx="2508123" cy="214160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600" b="1" i="0">
                <a:solidFill>
                  <a:srgbClr val="131318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png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1188016" y="0"/>
            <a:ext cx="4572635" cy="468630"/>
          </a:xfrm>
          <a:custGeom>
            <a:avLst/>
            <a:gdLst/>
            <a:ahLst/>
            <a:cxnLst/>
            <a:rect l="l" t="t" r="r" b="b"/>
            <a:pathLst>
              <a:path w="4572635" h="468630">
                <a:moveTo>
                  <a:pt x="0" y="0"/>
                </a:moveTo>
                <a:lnTo>
                  <a:pt x="0" y="468006"/>
                </a:lnTo>
                <a:lnTo>
                  <a:pt x="4572057" y="468006"/>
                </a:lnTo>
                <a:lnTo>
                  <a:pt x="4572057" y="0"/>
                </a:lnTo>
                <a:lnTo>
                  <a:pt x="0" y="0"/>
                </a:lnTo>
                <a:close/>
              </a:path>
            </a:pathLst>
          </a:custGeom>
          <a:solidFill>
            <a:srgbClr val="E7EBF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bg object 17"/>
          <p:cNvSpPr/>
          <p:nvPr/>
        </p:nvSpPr>
        <p:spPr>
          <a:xfrm>
            <a:off x="0" y="885913"/>
            <a:ext cx="1181735" cy="2354580"/>
          </a:xfrm>
          <a:custGeom>
            <a:avLst/>
            <a:gdLst/>
            <a:ahLst/>
            <a:cxnLst/>
            <a:rect l="l" t="t" r="r" b="b"/>
            <a:pathLst>
              <a:path w="1181735" h="2354580">
                <a:moveTo>
                  <a:pt x="0" y="2354084"/>
                </a:moveTo>
                <a:lnTo>
                  <a:pt x="1181671" y="2354084"/>
                </a:lnTo>
                <a:lnTo>
                  <a:pt x="1181671" y="0"/>
                </a:lnTo>
                <a:lnTo>
                  <a:pt x="0" y="0"/>
                </a:lnTo>
                <a:lnTo>
                  <a:pt x="0" y="2354084"/>
                </a:lnTo>
                <a:close/>
              </a:path>
            </a:pathLst>
          </a:custGeom>
          <a:solidFill>
            <a:srgbClr val="EFF1F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bg object 18"/>
          <p:cNvSpPr/>
          <p:nvPr/>
        </p:nvSpPr>
        <p:spPr>
          <a:xfrm>
            <a:off x="1184833" y="0"/>
            <a:ext cx="0" cy="3240405"/>
          </a:xfrm>
          <a:custGeom>
            <a:avLst/>
            <a:gdLst/>
            <a:ahLst/>
            <a:cxnLst/>
            <a:rect l="l" t="t" r="r" b="b"/>
            <a:pathLst>
              <a:path w="0" h="3240405">
                <a:moveTo>
                  <a:pt x="0" y="3239998"/>
                </a:moveTo>
                <a:lnTo>
                  <a:pt x="0" y="0"/>
                </a:lnTo>
              </a:path>
            </a:pathLst>
          </a:custGeom>
          <a:ln w="6324">
            <a:solidFill>
              <a:srgbClr val="C8CCD6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19" name="bg object 1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94454" y="139723"/>
            <a:ext cx="595054" cy="606454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409293" y="67861"/>
            <a:ext cx="2991485" cy="2749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1" i="0">
                <a:solidFill>
                  <a:srgbClr val="131318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409293" y="671371"/>
            <a:ext cx="4003675" cy="7848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50" b="0" i="0">
                <a:solidFill>
                  <a:srgbClr val="131318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1960372" y="3017710"/>
            <a:ext cx="1845056" cy="1622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288290" y="3017710"/>
            <a:ext cx="1326134" cy="1622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4151376" y="3017710"/>
            <a:ext cx="1326134" cy="1622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3.xml"/><Relationship Id="rId3" Type="http://schemas.openxmlformats.org/officeDocument/2006/relationships/slide" Target="slide4.xml"/><Relationship Id="rId4" Type="http://schemas.openxmlformats.org/officeDocument/2006/relationships/slide" Target="slide5.xml"/><Relationship Id="rId5" Type="http://schemas.openxmlformats.org/officeDocument/2006/relationships/slide" Target="slide7.xml"/><Relationship Id="rId6" Type="http://schemas.openxmlformats.org/officeDocument/2006/relationships/slide" Target="slide8.xml"/><Relationship Id="rId7" Type="http://schemas.openxmlformats.org/officeDocument/2006/relationships/slide" Target="slide12.xml"/><Relationship Id="rId8" Type="http://schemas.openxmlformats.org/officeDocument/2006/relationships/slide" Target="slide13.xml"/><Relationship Id="rId9" Type="http://schemas.openxmlformats.org/officeDocument/2006/relationships/slide" Target="slide14.xml"/><Relationship Id="rId10" Type="http://schemas.openxmlformats.org/officeDocument/2006/relationships/slide" Target="slide15.xml"/><Relationship Id="rId11" Type="http://schemas.openxmlformats.org/officeDocument/2006/relationships/slide" Target="slide16.xml"/><Relationship Id="rId12" Type="http://schemas.openxmlformats.org/officeDocument/2006/relationships/slide" Target="slide17.xml"/><Relationship Id="rId13" Type="http://schemas.openxmlformats.org/officeDocument/2006/relationships/slide" Target="slide22.xml"/><Relationship Id="rId14" Type="http://schemas.openxmlformats.org/officeDocument/2006/relationships/slide" Target="slide23.xml"/><Relationship Id="rId15" Type="http://schemas.openxmlformats.org/officeDocument/2006/relationships/slide" Target="slide24.xml"/><Relationship Id="rId16" Type="http://schemas.openxmlformats.org/officeDocument/2006/relationships/image" Target="../media/image2.png"/><Relationship Id="rId17" Type="http://schemas.openxmlformats.org/officeDocument/2006/relationships/image" Target="../media/image3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3.xml"/><Relationship Id="rId3" Type="http://schemas.openxmlformats.org/officeDocument/2006/relationships/slide" Target="slide4.xml"/><Relationship Id="rId4" Type="http://schemas.openxmlformats.org/officeDocument/2006/relationships/slide" Target="slide5.xml"/><Relationship Id="rId5" Type="http://schemas.openxmlformats.org/officeDocument/2006/relationships/slide" Target="slide7.xml"/><Relationship Id="rId6" Type="http://schemas.openxmlformats.org/officeDocument/2006/relationships/slide" Target="slide8.xml"/><Relationship Id="rId7" Type="http://schemas.openxmlformats.org/officeDocument/2006/relationships/slide" Target="slide12.xml"/><Relationship Id="rId8" Type="http://schemas.openxmlformats.org/officeDocument/2006/relationships/slide" Target="slide13.xml"/><Relationship Id="rId9" Type="http://schemas.openxmlformats.org/officeDocument/2006/relationships/slide" Target="slide14.xml"/><Relationship Id="rId10" Type="http://schemas.openxmlformats.org/officeDocument/2006/relationships/slide" Target="slide15.xml"/><Relationship Id="rId11" Type="http://schemas.openxmlformats.org/officeDocument/2006/relationships/slide" Target="slide16.xml"/><Relationship Id="rId12" Type="http://schemas.openxmlformats.org/officeDocument/2006/relationships/slide" Target="slide17.xml"/><Relationship Id="rId13" Type="http://schemas.openxmlformats.org/officeDocument/2006/relationships/slide" Target="slide22.xml"/><Relationship Id="rId14" Type="http://schemas.openxmlformats.org/officeDocument/2006/relationships/slide" Target="slide23.xml"/><Relationship Id="rId15" Type="http://schemas.openxmlformats.org/officeDocument/2006/relationships/slide" Target="slide24.xml"/><Relationship Id="rId16" Type="http://schemas.openxmlformats.org/officeDocument/2006/relationships/image" Target="../media/image4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3.xml"/><Relationship Id="rId3" Type="http://schemas.openxmlformats.org/officeDocument/2006/relationships/slide" Target="slide4.xml"/><Relationship Id="rId4" Type="http://schemas.openxmlformats.org/officeDocument/2006/relationships/slide" Target="slide5.xml"/><Relationship Id="rId5" Type="http://schemas.openxmlformats.org/officeDocument/2006/relationships/slide" Target="slide7.xml"/><Relationship Id="rId6" Type="http://schemas.openxmlformats.org/officeDocument/2006/relationships/slide" Target="slide8.xml"/><Relationship Id="rId7" Type="http://schemas.openxmlformats.org/officeDocument/2006/relationships/slide" Target="slide12.xml"/><Relationship Id="rId8" Type="http://schemas.openxmlformats.org/officeDocument/2006/relationships/slide" Target="slide13.xml"/><Relationship Id="rId9" Type="http://schemas.openxmlformats.org/officeDocument/2006/relationships/slide" Target="slide14.xml"/><Relationship Id="rId10" Type="http://schemas.openxmlformats.org/officeDocument/2006/relationships/slide" Target="slide15.xml"/><Relationship Id="rId11" Type="http://schemas.openxmlformats.org/officeDocument/2006/relationships/slide" Target="slide16.xml"/><Relationship Id="rId12" Type="http://schemas.openxmlformats.org/officeDocument/2006/relationships/slide" Target="slide17.xml"/><Relationship Id="rId13" Type="http://schemas.openxmlformats.org/officeDocument/2006/relationships/slide" Target="slide22.xml"/><Relationship Id="rId14" Type="http://schemas.openxmlformats.org/officeDocument/2006/relationships/slide" Target="slide23.xml"/><Relationship Id="rId15" Type="http://schemas.openxmlformats.org/officeDocument/2006/relationships/slide" Target="slide24.xml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3.xml"/><Relationship Id="rId3" Type="http://schemas.openxmlformats.org/officeDocument/2006/relationships/slide" Target="slide4.xml"/><Relationship Id="rId4" Type="http://schemas.openxmlformats.org/officeDocument/2006/relationships/slide" Target="slide5.xml"/><Relationship Id="rId5" Type="http://schemas.openxmlformats.org/officeDocument/2006/relationships/slide" Target="slide7.xml"/><Relationship Id="rId6" Type="http://schemas.openxmlformats.org/officeDocument/2006/relationships/slide" Target="slide8.xml"/><Relationship Id="rId7" Type="http://schemas.openxmlformats.org/officeDocument/2006/relationships/slide" Target="slide12.xml"/><Relationship Id="rId8" Type="http://schemas.openxmlformats.org/officeDocument/2006/relationships/slide" Target="slide13.xml"/><Relationship Id="rId9" Type="http://schemas.openxmlformats.org/officeDocument/2006/relationships/slide" Target="slide14.xml"/><Relationship Id="rId10" Type="http://schemas.openxmlformats.org/officeDocument/2006/relationships/slide" Target="slide15.xml"/><Relationship Id="rId11" Type="http://schemas.openxmlformats.org/officeDocument/2006/relationships/slide" Target="slide16.xml"/><Relationship Id="rId12" Type="http://schemas.openxmlformats.org/officeDocument/2006/relationships/slide" Target="slide17.xml"/><Relationship Id="rId13" Type="http://schemas.openxmlformats.org/officeDocument/2006/relationships/slide" Target="slide22.xml"/><Relationship Id="rId14" Type="http://schemas.openxmlformats.org/officeDocument/2006/relationships/slide" Target="slide23.xml"/><Relationship Id="rId15" Type="http://schemas.openxmlformats.org/officeDocument/2006/relationships/slide" Target="slide24.xml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3.xml"/><Relationship Id="rId3" Type="http://schemas.openxmlformats.org/officeDocument/2006/relationships/slide" Target="slide4.xml"/><Relationship Id="rId4" Type="http://schemas.openxmlformats.org/officeDocument/2006/relationships/slide" Target="slide5.xml"/><Relationship Id="rId5" Type="http://schemas.openxmlformats.org/officeDocument/2006/relationships/slide" Target="slide7.xml"/><Relationship Id="rId6" Type="http://schemas.openxmlformats.org/officeDocument/2006/relationships/slide" Target="slide8.xml"/><Relationship Id="rId7" Type="http://schemas.openxmlformats.org/officeDocument/2006/relationships/slide" Target="slide12.xml"/><Relationship Id="rId8" Type="http://schemas.openxmlformats.org/officeDocument/2006/relationships/slide" Target="slide13.xml"/><Relationship Id="rId9" Type="http://schemas.openxmlformats.org/officeDocument/2006/relationships/slide" Target="slide14.xml"/><Relationship Id="rId10" Type="http://schemas.openxmlformats.org/officeDocument/2006/relationships/slide" Target="slide15.xml"/><Relationship Id="rId11" Type="http://schemas.openxmlformats.org/officeDocument/2006/relationships/slide" Target="slide16.xml"/><Relationship Id="rId12" Type="http://schemas.openxmlformats.org/officeDocument/2006/relationships/slide" Target="slide17.xml"/><Relationship Id="rId13" Type="http://schemas.openxmlformats.org/officeDocument/2006/relationships/slide" Target="slide22.xml"/><Relationship Id="rId14" Type="http://schemas.openxmlformats.org/officeDocument/2006/relationships/slide" Target="slide23.xml"/><Relationship Id="rId15" Type="http://schemas.openxmlformats.org/officeDocument/2006/relationships/slide" Target="slide24.xml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3.xml"/><Relationship Id="rId3" Type="http://schemas.openxmlformats.org/officeDocument/2006/relationships/slide" Target="slide4.xml"/><Relationship Id="rId4" Type="http://schemas.openxmlformats.org/officeDocument/2006/relationships/slide" Target="slide5.xml"/><Relationship Id="rId5" Type="http://schemas.openxmlformats.org/officeDocument/2006/relationships/slide" Target="slide7.xml"/><Relationship Id="rId6" Type="http://schemas.openxmlformats.org/officeDocument/2006/relationships/slide" Target="slide8.xml"/><Relationship Id="rId7" Type="http://schemas.openxmlformats.org/officeDocument/2006/relationships/slide" Target="slide12.xml"/><Relationship Id="rId8" Type="http://schemas.openxmlformats.org/officeDocument/2006/relationships/slide" Target="slide13.xml"/><Relationship Id="rId9" Type="http://schemas.openxmlformats.org/officeDocument/2006/relationships/slide" Target="slide14.xml"/><Relationship Id="rId10" Type="http://schemas.openxmlformats.org/officeDocument/2006/relationships/slide" Target="slide15.xml"/><Relationship Id="rId11" Type="http://schemas.openxmlformats.org/officeDocument/2006/relationships/slide" Target="slide16.xml"/><Relationship Id="rId12" Type="http://schemas.openxmlformats.org/officeDocument/2006/relationships/slide" Target="slide17.xml"/><Relationship Id="rId13" Type="http://schemas.openxmlformats.org/officeDocument/2006/relationships/slide" Target="slide22.xml"/><Relationship Id="rId14" Type="http://schemas.openxmlformats.org/officeDocument/2006/relationships/slide" Target="slide23.xml"/><Relationship Id="rId15" Type="http://schemas.openxmlformats.org/officeDocument/2006/relationships/slide" Target="slide24.xml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3.xml"/><Relationship Id="rId3" Type="http://schemas.openxmlformats.org/officeDocument/2006/relationships/slide" Target="slide4.xml"/><Relationship Id="rId4" Type="http://schemas.openxmlformats.org/officeDocument/2006/relationships/slide" Target="slide5.xml"/><Relationship Id="rId5" Type="http://schemas.openxmlformats.org/officeDocument/2006/relationships/slide" Target="slide7.xml"/><Relationship Id="rId6" Type="http://schemas.openxmlformats.org/officeDocument/2006/relationships/slide" Target="slide8.xml"/><Relationship Id="rId7" Type="http://schemas.openxmlformats.org/officeDocument/2006/relationships/slide" Target="slide9.xml"/><Relationship Id="rId8" Type="http://schemas.openxmlformats.org/officeDocument/2006/relationships/slide" Target="slide10.xml"/><Relationship Id="rId9" Type="http://schemas.openxmlformats.org/officeDocument/2006/relationships/slide" Target="slide11.xml"/><Relationship Id="rId10" Type="http://schemas.openxmlformats.org/officeDocument/2006/relationships/slide" Target="slide12.xml"/><Relationship Id="rId11" Type="http://schemas.openxmlformats.org/officeDocument/2006/relationships/slide" Target="slide13.xml"/><Relationship Id="rId12" Type="http://schemas.openxmlformats.org/officeDocument/2006/relationships/slide" Target="slide14.xml"/><Relationship Id="rId13" Type="http://schemas.openxmlformats.org/officeDocument/2006/relationships/slide" Target="slide15.xml"/><Relationship Id="rId14" Type="http://schemas.openxmlformats.org/officeDocument/2006/relationships/slide" Target="slide16.xml"/><Relationship Id="rId15" Type="http://schemas.openxmlformats.org/officeDocument/2006/relationships/slide" Target="slide17.xml"/><Relationship Id="rId16" Type="http://schemas.openxmlformats.org/officeDocument/2006/relationships/slide" Target="slide22.xml"/><Relationship Id="rId17" Type="http://schemas.openxmlformats.org/officeDocument/2006/relationships/slide" Target="slide23.xml"/><Relationship Id="rId18" Type="http://schemas.openxmlformats.org/officeDocument/2006/relationships/slide" Target="slide24.xml"/><Relationship Id="rId19" Type="http://schemas.openxmlformats.org/officeDocument/2006/relationships/image" Target="../media/image5.jp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3.xml"/><Relationship Id="rId3" Type="http://schemas.openxmlformats.org/officeDocument/2006/relationships/slide" Target="slide4.xml"/><Relationship Id="rId4" Type="http://schemas.openxmlformats.org/officeDocument/2006/relationships/slide" Target="slide5.xml"/><Relationship Id="rId5" Type="http://schemas.openxmlformats.org/officeDocument/2006/relationships/slide" Target="slide7.xml"/><Relationship Id="rId6" Type="http://schemas.openxmlformats.org/officeDocument/2006/relationships/slide" Target="slide8.xml"/><Relationship Id="rId7" Type="http://schemas.openxmlformats.org/officeDocument/2006/relationships/slide" Target="slide9.xml"/><Relationship Id="rId8" Type="http://schemas.openxmlformats.org/officeDocument/2006/relationships/slide" Target="slide10.xml"/><Relationship Id="rId9" Type="http://schemas.openxmlformats.org/officeDocument/2006/relationships/slide" Target="slide11.xml"/><Relationship Id="rId10" Type="http://schemas.openxmlformats.org/officeDocument/2006/relationships/slide" Target="slide12.xml"/><Relationship Id="rId11" Type="http://schemas.openxmlformats.org/officeDocument/2006/relationships/slide" Target="slide13.xml"/><Relationship Id="rId12" Type="http://schemas.openxmlformats.org/officeDocument/2006/relationships/slide" Target="slide14.xml"/><Relationship Id="rId13" Type="http://schemas.openxmlformats.org/officeDocument/2006/relationships/slide" Target="slide15.xml"/><Relationship Id="rId14" Type="http://schemas.openxmlformats.org/officeDocument/2006/relationships/slide" Target="slide16.xml"/><Relationship Id="rId15" Type="http://schemas.openxmlformats.org/officeDocument/2006/relationships/slide" Target="slide17.xml"/><Relationship Id="rId16" Type="http://schemas.openxmlformats.org/officeDocument/2006/relationships/slide" Target="slide22.xml"/><Relationship Id="rId17" Type="http://schemas.openxmlformats.org/officeDocument/2006/relationships/slide" Target="slide23.xml"/><Relationship Id="rId18" Type="http://schemas.openxmlformats.org/officeDocument/2006/relationships/slide" Target="slide24.xml"/><Relationship Id="rId19" Type="http://schemas.openxmlformats.org/officeDocument/2006/relationships/image" Target="../media/image6.jp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3.xml"/><Relationship Id="rId3" Type="http://schemas.openxmlformats.org/officeDocument/2006/relationships/slide" Target="slide4.xml"/><Relationship Id="rId4" Type="http://schemas.openxmlformats.org/officeDocument/2006/relationships/slide" Target="slide5.xml"/><Relationship Id="rId5" Type="http://schemas.openxmlformats.org/officeDocument/2006/relationships/slide" Target="slide7.xml"/><Relationship Id="rId6" Type="http://schemas.openxmlformats.org/officeDocument/2006/relationships/slide" Target="slide8.xml"/><Relationship Id="rId7" Type="http://schemas.openxmlformats.org/officeDocument/2006/relationships/slide" Target="slide9.xml"/><Relationship Id="rId8" Type="http://schemas.openxmlformats.org/officeDocument/2006/relationships/slide" Target="slide10.xml"/><Relationship Id="rId9" Type="http://schemas.openxmlformats.org/officeDocument/2006/relationships/slide" Target="slide11.xml"/><Relationship Id="rId10" Type="http://schemas.openxmlformats.org/officeDocument/2006/relationships/slide" Target="slide12.xml"/><Relationship Id="rId11" Type="http://schemas.openxmlformats.org/officeDocument/2006/relationships/slide" Target="slide13.xml"/><Relationship Id="rId12" Type="http://schemas.openxmlformats.org/officeDocument/2006/relationships/slide" Target="slide14.xml"/><Relationship Id="rId13" Type="http://schemas.openxmlformats.org/officeDocument/2006/relationships/slide" Target="slide15.xml"/><Relationship Id="rId14" Type="http://schemas.openxmlformats.org/officeDocument/2006/relationships/slide" Target="slide16.xml"/><Relationship Id="rId15" Type="http://schemas.openxmlformats.org/officeDocument/2006/relationships/slide" Target="slide17.xml"/><Relationship Id="rId16" Type="http://schemas.openxmlformats.org/officeDocument/2006/relationships/slide" Target="slide22.xml"/><Relationship Id="rId17" Type="http://schemas.openxmlformats.org/officeDocument/2006/relationships/slide" Target="slide23.xml"/><Relationship Id="rId18" Type="http://schemas.openxmlformats.org/officeDocument/2006/relationships/slide" Target="slide24.xml"/><Relationship Id="rId19" Type="http://schemas.openxmlformats.org/officeDocument/2006/relationships/image" Target="../media/image7.jpg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3.xml"/><Relationship Id="rId3" Type="http://schemas.openxmlformats.org/officeDocument/2006/relationships/slide" Target="slide4.xml"/><Relationship Id="rId4" Type="http://schemas.openxmlformats.org/officeDocument/2006/relationships/slide" Target="slide5.xml"/><Relationship Id="rId5" Type="http://schemas.openxmlformats.org/officeDocument/2006/relationships/slide" Target="slide7.xml"/><Relationship Id="rId6" Type="http://schemas.openxmlformats.org/officeDocument/2006/relationships/slide" Target="slide8.xml"/><Relationship Id="rId7" Type="http://schemas.openxmlformats.org/officeDocument/2006/relationships/slide" Target="slide9.xml"/><Relationship Id="rId8" Type="http://schemas.openxmlformats.org/officeDocument/2006/relationships/slide" Target="slide10.xml"/><Relationship Id="rId9" Type="http://schemas.openxmlformats.org/officeDocument/2006/relationships/slide" Target="slide11.xml"/><Relationship Id="rId10" Type="http://schemas.openxmlformats.org/officeDocument/2006/relationships/slide" Target="slide12.xml"/><Relationship Id="rId11" Type="http://schemas.openxmlformats.org/officeDocument/2006/relationships/slide" Target="slide13.xml"/><Relationship Id="rId12" Type="http://schemas.openxmlformats.org/officeDocument/2006/relationships/slide" Target="slide14.xml"/><Relationship Id="rId13" Type="http://schemas.openxmlformats.org/officeDocument/2006/relationships/slide" Target="slide15.xml"/><Relationship Id="rId14" Type="http://schemas.openxmlformats.org/officeDocument/2006/relationships/slide" Target="slide16.xml"/><Relationship Id="rId15" Type="http://schemas.openxmlformats.org/officeDocument/2006/relationships/slide" Target="slide17.xml"/><Relationship Id="rId16" Type="http://schemas.openxmlformats.org/officeDocument/2006/relationships/slide" Target="slide22.xml"/><Relationship Id="rId17" Type="http://schemas.openxmlformats.org/officeDocument/2006/relationships/slide" Target="slide23.xml"/><Relationship Id="rId18" Type="http://schemas.openxmlformats.org/officeDocument/2006/relationships/slide" Target="slide24.xml"/><Relationship Id="rId19" Type="http://schemas.openxmlformats.org/officeDocument/2006/relationships/image" Target="../media/image8.jpg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3.xml"/><Relationship Id="rId3" Type="http://schemas.openxmlformats.org/officeDocument/2006/relationships/slide" Target="slide4.xml"/><Relationship Id="rId4" Type="http://schemas.openxmlformats.org/officeDocument/2006/relationships/slide" Target="slide5.xml"/><Relationship Id="rId5" Type="http://schemas.openxmlformats.org/officeDocument/2006/relationships/slide" Target="slide7.xml"/><Relationship Id="rId6" Type="http://schemas.openxmlformats.org/officeDocument/2006/relationships/slide" Target="slide8.xml"/><Relationship Id="rId7" Type="http://schemas.openxmlformats.org/officeDocument/2006/relationships/slide" Target="slide12.xml"/><Relationship Id="rId8" Type="http://schemas.openxmlformats.org/officeDocument/2006/relationships/slide" Target="slide13.xml"/><Relationship Id="rId9" Type="http://schemas.openxmlformats.org/officeDocument/2006/relationships/slide" Target="slide14.xml"/><Relationship Id="rId10" Type="http://schemas.openxmlformats.org/officeDocument/2006/relationships/slide" Target="slide15.xml"/><Relationship Id="rId11" Type="http://schemas.openxmlformats.org/officeDocument/2006/relationships/slide" Target="slide16.xml"/><Relationship Id="rId12" Type="http://schemas.openxmlformats.org/officeDocument/2006/relationships/slide" Target="slide17.xml"/><Relationship Id="rId13" Type="http://schemas.openxmlformats.org/officeDocument/2006/relationships/slide" Target="slide22.xml"/><Relationship Id="rId14" Type="http://schemas.openxmlformats.org/officeDocument/2006/relationships/slide" Target="slide23.xml"/><Relationship Id="rId15" Type="http://schemas.openxmlformats.org/officeDocument/2006/relationships/slide" Target="slide24.xml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3.xml"/><Relationship Id="rId3" Type="http://schemas.openxmlformats.org/officeDocument/2006/relationships/slide" Target="slide4.xml"/><Relationship Id="rId4" Type="http://schemas.openxmlformats.org/officeDocument/2006/relationships/slide" Target="slide5.xml"/><Relationship Id="rId5" Type="http://schemas.openxmlformats.org/officeDocument/2006/relationships/slide" Target="slide7.xml"/><Relationship Id="rId6" Type="http://schemas.openxmlformats.org/officeDocument/2006/relationships/slide" Target="slide8.xml"/><Relationship Id="rId7" Type="http://schemas.openxmlformats.org/officeDocument/2006/relationships/slide" Target="slide12.xml"/><Relationship Id="rId8" Type="http://schemas.openxmlformats.org/officeDocument/2006/relationships/slide" Target="slide13.xml"/><Relationship Id="rId9" Type="http://schemas.openxmlformats.org/officeDocument/2006/relationships/slide" Target="slide14.xml"/><Relationship Id="rId10" Type="http://schemas.openxmlformats.org/officeDocument/2006/relationships/slide" Target="slide15.xml"/><Relationship Id="rId11" Type="http://schemas.openxmlformats.org/officeDocument/2006/relationships/slide" Target="slide16.xml"/><Relationship Id="rId12" Type="http://schemas.openxmlformats.org/officeDocument/2006/relationships/slide" Target="slide17.xml"/><Relationship Id="rId13" Type="http://schemas.openxmlformats.org/officeDocument/2006/relationships/slide" Target="slide22.xml"/><Relationship Id="rId14" Type="http://schemas.openxmlformats.org/officeDocument/2006/relationships/slide" Target="slide23.xml"/><Relationship Id="rId15" Type="http://schemas.openxmlformats.org/officeDocument/2006/relationships/slide" Target="slide24.xml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3.xml"/><Relationship Id="rId3" Type="http://schemas.openxmlformats.org/officeDocument/2006/relationships/slide" Target="slide4.xml"/><Relationship Id="rId4" Type="http://schemas.openxmlformats.org/officeDocument/2006/relationships/slide" Target="slide5.xml"/><Relationship Id="rId5" Type="http://schemas.openxmlformats.org/officeDocument/2006/relationships/slide" Target="slide7.xml"/><Relationship Id="rId6" Type="http://schemas.openxmlformats.org/officeDocument/2006/relationships/slide" Target="slide8.xml"/><Relationship Id="rId7" Type="http://schemas.openxmlformats.org/officeDocument/2006/relationships/slide" Target="slide12.xml"/><Relationship Id="rId8" Type="http://schemas.openxmlformats.org/officeDocument/2006/relationships/slide" Target="slide13.xml"/><Relationship Id="rId9" Type="http://schemas.openxmlformats.org/officeDocument/2006/relationships/slide" Target="slide14.xml"/><Relationship Id="rId10" Type="http://schemas.openxmlformats.org/officeDocument/2006/relationships/slide" Target="slide15.xml"/><Relationship Id="rId11" Type="http://schemas.openxmlformats.org/officeDocument/2006/relationships/slide" Target="slide16.xml"/><Relationship Id="rId12" Type="http://schemas.openxmlformats.org/officeDocument/2006/relationships/slide" Target="slide17.xml"/><Relationship Id="rId13" Type="http://schemas.openxmlformats.org/officeDocument/2006/relationships/slide" Target="slide22.xml"/><Relationship Id="rId14" Type="http://schemas.openxmlformats.org/officeDocument/2006/relationships/slide" Target="slide23.xml"/><Relationship Id="rId15" Type="http://schemas.openxmlformats.org/officeDocument/2006/relationships/slide" Target="slide24.xml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3.xml"/><Relationship Id="rId3" Type="http://schemas.openxmlformats.org/officeDocument/2006/relationships/slide" Target="slide4.xml"/><Relationship Id="rId4" Type="http://schemas.openxmlformats.org/officeDocument/2006/relationships/slide" Target="slide5.xml"/><Relationship Id="rId5" Type="http://schemas.openxmlformats.org/officeDocument/2006/relationships/slide" Target="slide7.xml"/><Relationship Id="rId6" Type="http://schemas.openxmlformats.org/officeDocument/2006/relationships/slide" Target="slide8.xml"/><Relationship Id="rId7" Type="http://schemas.openxmlformats.org/officeDocument/2006/relationships/slide" Target="slide12.xml"/><Relationship Id="rId8" Type="http://schemas.openxmlformats.org/officeDocument/2006/relationships/slide" Target="slide13.xml"/><Relationship Id="rId9" Type="http://schemas.openxmlformats.org/officeDocument/2006/relationships/slide" Target="slide14.xml"/><Relationship Id="rId10" Type="http://schemas.openxmlformats.org/officeDocument/2006/relationships/slide" Target="slide15.xml"/><Relationship Id="rId11" Type="http://schemas.openxmlformats.org/officeDocument/2006/relationships/slide" Target="slide16.xml"/><Relationship Id="rId12" Type="http://schemas.openxmlformats.org/officeDocument/2006/relationships/slide" Target="slide17.xml"/><Relationship Id="rId13" Type="http://schemas.openxmlformats.org/officeDocument/2006/relationships/slide" Target="slide22.xml"/><Relationship Id="rId14" Type="http://schemas.openxmlformats.org/officeDocument/2006/relationships/slide" Target="slide23.xml"/><Relationship Id="rId15" Type="http://schemas.openxmlformats.org/officeDocument/2006/relationships/slide" Target="slide24.xml"/></Relationships>
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3.xml"/><Relationship Id="rId3" Type="http://schemas.openxmlformats.org/officeDocument/2006/relationships/slide" Target="slide4.xml"/><Relationship Id="rId4" Type="http://schemas.openxmlformats.org/officeDocument/2006/relationships/slide" Target="slide5.xml"/><Relationship Id="rId5" Type="http://schemas.openxmlformats.org/officeDocument/2006/relationships/slide" Target="slide7.xml"/><Relationship Id="rId6" Type="http://schemas.openxmlformats.org/officeDocument/2006/relationships/slide" Target="slide8.xml"/><Relationship Id="rId7" Type="http://schemas.openxmlformats.org/officeDocument/2006/relationships/slide" Target="slide12.xml"/><Relationship Id="rId8" Type="http://schemas.openxmlformats.org/officeDocument/2006/relationships/slide" Target="slide13.xml"/><Relationship Id="rId9" Type="http://schemas.openxmlformats.org/officeDocument/2006/relationships/slide" Target="slide14.xml"/><Relationship Id="rId10" Type="http://schemas.openxmlformats.org/officeDocument/2006/relationships/slide" Target="slide15.xml"/><Relationship Id="rId11" Type="http://schemas.openxmlformats.org/officeDocument/2006/relationships/slide" Target="slide16.xml"/><Relationship Id="rId12" Type="http://schemas.openxmlformats.org/officeDocument/2006/relationships/slide" Target="slide17.xml"/><Relationship Id="rId13" Type="http://schemas.openxmlformats.org/officeDocument/2006/relationships/slide" Target="slide22.xml"/><Relationship Id="rId14" Type="http://schemas.openxmlformats.org/officeDocument/2006/relationships/slide" Target="slide23.xml"/><Relationship Id="rId15" Type="http://schemas.openxmlformats.org/officeDocument/2006/relationships/slide" Target="slide24.xml"/></Relationships>
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3.xml"/><Relationship Id="rId3" Type="http://schemas.openxmlformats.org/officeDocument/2006/relationships/slide" Target="slide4.xml"/><Relationship Id="rId4" Type="http://schemas.openxmlformats.org/officeDocument/2006/relationships/slide" Target="slide5.xml"/><Relationship Id="rId5" Type="http://schemas.openxmlformats.org/officeDocument/2006/relationships/slide" Target="slide7.xml"/><Relationship Id="rId6" Type="http://schemas.openxmlformats.org/officeDocument/2006/relationships/slide" Target="slide8.xml"/><Relationship Id="rId7" Type="http://schemas.openxmlformats.org/officeDocument/2006/relationships/slide" Target="slide12.xml"/><Relationship Id="rId8" Type="http://schemas.openxmlformats.org/officeDocument/2006/relationships/slide" Target="slide13.xml"/><Relationship Id="rId9" Type="http://schemas.openxmlformats.org/officeDocument/2006/relationships/slide" Target="slide14.xml"/><Relationship Id="rId10" Type="http://schemas.openxmlformats.org/officeDocument/2006/relationships/slide" Target="slide15.xml"/><Relationship Id="rId11" Type="http://schemas.openxmlformats.org/officeDocument/2006/relationships/slide" Target="slide16.xml"/><Relationship Id="rId12" Type="http://schemas.openxmlformats.org/officeDocument/2006/relationships/slide" Target="slide17.xml"/><Relationship Id="rId13" Type="http://schemas.openxmlformats.org/officeDocument/2006/relationships/slide" Target="slide22.xml"/><Relationship Id="rId14" Type="http://schemas.openxmlformats.org/officeDocument/2006/relationships/slide" Target="slide23.xml"/><Relationship Id="rId15" Type="http://schemas.openxmlformats.org/officeDocument/2006/relationships/slide" Target="slide24.xml"/><Relationship Id="rId16" Type="http://schemas.openxmlformats.org/officeDocument/2006/relationships/image" Target="../media/image9.jpg"/></Relationships>
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3.xml"/><Relationship Id="rId3" Type="http://schemas.openxmlformats.org/officeDocument/2006/relationships/slide" Target="slide4.xml"/><Relationship Id="rId4" Type="http://schemas.openxmlformats.org/officeDocument/2006/relationships/slide" Target="slide5.xml"/><Relationship Id="rId5" Type="http://schemas.openxmlformats.org/officeDocument/2006/relationships/slide" Target="slide7.xml"/><Relationship Id="rId6" Type="http://schemas.openxmlformats.org/officeDocument/2006/relationships/slide" Target="slide8.xml"/><Relationship Id="rId7" Type="http://schemas.openxmlformats.org/officeDocument/2006/relationships/slide" Target="slide12.xml"/><Relationship Id="rId8" Type="http://schemas.openxmlformats.org/officeDocument/2006/relationships/slide" Target="slide13.xml"/><Relationship Id="rId9" Type="http://schemas.openxmlformats.org/officeDocument/2006/relationships/slide" Target="slide14.xml"/><Relationship Id="rId10" Type="http://schemas.openxmlformats.org/officeDocument/2006/relationships/slide" Target="slide15.xml"/><Relationship Id="rId11" Type="http://schemas.openxmlformats.org/officeDocument/2006/relationships/slide" Target="slide16.xml"/><Relationship Id="rId12" Type="http://schemas.openxmlformats.org/officeDocument/2006/relationships/slide" Target="slide17.xml"/><Relationship Id="rId13" Type="http://schemas.openxmlformats.org/officeDocument/2006/relationships/slide" Target="slide22.xml"/><Relationship Id="rId14" Type="http://schemas.openxmlformats.org/officeDocument/2006/relationships/slide" Target="slide23.xml"/><Relationship Id="rId15" Type="http://schemas.openxmlformats.org/officeDocument/2006/relationships/slide" Target="slide24.xml"/><Relationship Id="rId16" Type="http://schemas.openxmlformats.org/officeDocument/2006/relationships/image" Target="../media/image10.jpg"/></Relationships>
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3.xml"/><Relationship Id="rId3" Type="http://schemas.openxmlformats.org/officeDocument/2006/relationships/slide" Target="slide4.xml"/><Relationship Id="rId4" Type="http://schemas.openxmlformats.org/officeDocument/2006/relationships/slide" Target="slide5.xml"/><Relationship Id="rId5" Type="http://schemas.openxmlformats.org/officeDocument/2006/relationships/slide" Target="slide7.xml"/><Relationship Id="rId6" Type="http://schemas.openxmlformats.org/officeDocument/2006/relationships/slide" Target="slide8.xml"/><Relationship Id="rId7" Type="http://schemas.openxmlformats.org/officeDocument/2006/relationships/slide" Target="slide12.xml"/><Relationship Id="rId8" Type="http://schemas.openxmlformats.org/officeDocument/2006/relationships/slide" Target="slide13.xml"/><Relationship Id="rId9" Type="http://schemas.openxmlformats.org/officeDocument/2006/relationships/slide" Target="slide14.xml"/><Relationship Id="rId10" Type="http://schemas.openxmlformats.org/officeDocument/2006/relationships/slide" Target="slide15.xml"/><Relationship Id="rId11" Type="http://schemas.openxmlformats.org/officeDocument/2006/relationships/slide" Target="slide16.xml"/><Relationship Id="rId12" Type="http://schemas.openxmlformats.org/officeDocument/2006/relationships/slide" Target="slide17.xml"/><Relationship Id="rId13" Type="http://schemas.openxmlformats.org/officeDocument/2006/relationships/slide" Target="slide22.xml"/><Relationship Id="rId14" Type="http://schemas.openxmlformats.org/officeDocument/2006/relationships/slide" Target="slide23.xml"/><Relationship Id="rId15" Type="http://schemas.openxmlformats.org/officeDocument/2006/relationships/slide" Target="slide24.xml"/><Relationship Id="rId16" Type="http://schemas.openxmlformats.org/officeDocument/2006/relationships/image" Target="../media/image11.jpg"/></Relationships>
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3.xml"/><Relationship Id="rId3" Type="http://schemas.openxmlformats.org/officeDocument/2006/relationships/slide" Target="slide4.xml"/><Relationship Id="rId4" Type="http://schemas.openxmlformats.org/officeDocument/2006/relationships/slide" Target="slide5.xml"/><Relationship Id="rId5" Type="http://schemas.openxmlformats.org/officeDocument/2006/relationships/slide" Target="slide7.xml"/><Relationship Id="rId6" Type="http://schemas.openxmlformats.org/officeDocument/2006/relationships/slide" Target="slide8.xml"/><Relationship Id="rId7" Type="http://schemas.openxmlformats.org/officeDocument/2006/relationships/slide" Target="slide12.xml"/><Relationship Id="rId8" Type="http://schemas.openxmlformats.org/officeDocument/2006/relationships/slide" Target="slide13.xml"/><Relationship Id="rId9" Type="http://schemas.openxmlformats.org/officeDocument/2006/relationships/slide" Target="slide14.xml"/><Relationship Id="rId10" Type="http://schemas.openxmlformats.org/officeDocument/2006/relationships/slide" Target="slide15.xml"/><Relationship Id="rId11" Type="http://schemas.openxmlformats.org/officeDocument/2006/relationships/slide" Target="slide16.xml"/><Relationship Id="rId12" Type="http://schemas.openxmlformats.org/officeDocument/2006/relationships/slide" Target="slide17.xml"/><Relationship Id="rId13" Type="http://schemas.openxmlformats.org/officeDocument/2006/relationships/slide" Target="slide22.xml"/><Relationship Id="rId14" Type="http://schemas.openxmlformats.org/officeDocument/2006/relationships/slide" Target="slide23.xml"/><Relationship Id="rId15" Type="http://schemas.openxmlformats.org/officeDocument/2006/relationships/slide" Target="slide24.xml"/><Relationship Id="rId16" Type="http://schemas.openxmlformats.org/officeDocument/2006/relationships/image" Target="../media/image12.jpg"/></Relationships>
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3.xml"/><Relationship Id="rId3" Type="http://schemas.openxmlformats.org/officeDocument/2006/relationships/slide" Target="slide4.xml"/><Relationship Id="rId4" Type="http://schemas.openxmlformats.org/officeDocument/2006/relationships/slide" Target="slide5.xml"/><Relationship Id="rId5" Type="http://schemas.openxmlformats.org/officeDocument/2006/relationships/slide" Target="slide7.xml"/><Relationship Id="rId6" Type="http://schemas.openxmlformats.org/officeDocument/2006/relationships/slide" Target="slide8.xml"/><Relationship Id="rId7" Type="http://schemas.openxmlformats.org/officeDocument/2006/relationships/slide" Target="slide12.xml"/><Relationship Id="rId8" Type="http://schemas.openxmlformats.org/officeDocument/2006/relationships/slide" Target="slide13.xml"/><Relationship Id="rId9" Type="http://schemas.openxmlformats.org/officeDocument/2006/relationships/slide" Target="slide14.xml"/><Relationship Id="rId10" Type="http://schemas.openxmlformats.org/officeDocument/2006/relationships/slide" Target="slide15.xml"/><Relationship Id="rId11" Type="http://schemas.openxmlformats.org/officeDocument/2006/relationships/slide" Target="slide16.xml"/><Relationship Id="rId12" Type="http://schemas.openxmlformats.org/officeDocument/2006/relationships/slide" Target="slide17.xml"/><Relationship Id="rId13" Type="http://schemas.openxmlformats.org/officeDocument/2006/relationships/slide" Target="slide22.xml"/><Relationship Id="rId14" Type="http://schemas.openxmlformats.org/officeDocument/2006/relationships/slide" Target="slide23.xml"/><Relationship Id="rId15" Type="http://schemas.openxmlformats.org/officeDocument/2006/relationships/slide" Target="slide24.xml"/><Relationship Id="rId16" Type="http://schemas.openxmlformats.org/officeDocument/2006/relationships/image" Target="../media/image13.jpg"/></Relationships>
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3.xml"/><Relationship Id="rId3" Type="http://schemas.openxmlformats.org/officeDocument/2006/relationships/slide" Target="slide4.xml"/><Relationship Id="rId4" Type="http://schemas.openxmlformats.org/officeDocument/2006/relationships/slide" Target="slide5.xml"/><Relationship Id="rId5" Type="http://schemas.openxmlformats.org/officeDocument/2006/relationships/slide" Target="slide7.xml"/><Relationship Id="rId6" Type="http://schemas.openxmlformats.org/officeDocument/2006/relationships/slide" Target="slide8.xml"/><Relationship Id="rId7" Type="http://schemas.openxmlformats.org/officeDocument/2006/relationships/slide" Target="slide12.xml"/><Relationship Id="rId8" Type="http://schemas.openxmlformats.org/officeDocument/2006/relationships/slide" Target="slide13.xml"/><Relationship Id="rId9" Type="http://schemas.openxmlformats.org/officeDocument/2006/relationships/slide" Target="slide14.xml"/><Relationship Id="rId10" Type="http://schemas.openxmlformats.org/officeDocument/2006/relationships/slide" Target="slide15.xml"/><Relationship Id="rId11" Type="http://schemas.openxmlformats.org/officeDocument/2006/relationships/slide" Target="slide16.xml"/><Relationship Id="rId12" Type="http://schemas.openxmlformats.org/officeDocument/2006/relationships/slide" Target="slide17.xml"/><Relationship Id="rId13" Type="http://schemas.openxmlformats.org/officeDocument/2006/relationships/slide" Target="slide22.xml"/><Relationship Id="rId14" Type="http://schemas.openxmlformats.org/officeDocument/2006/relationships/slide" Target="slide23.xml"/><Relationship Id="rId15" Type="http://schemas.openxmlformats.org/officeDocument/2006/relationships/slide" Target="slide24.xml"/></Relationships>
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3.xml"/><Relationship Id="rId3" Type="http://schemas.openxmlformats.org/officeDocument/2006/relationships/slide" Target="slide4.xml"/><Relationship Id="rId4" Type="http://schemas.openxmlformats.org/officeDocument/2006/relationships/slide" Target="slide5.xml"/><Relationship Id="rId5" Type="http://schemas.openxmlformats.org/officeDocument/2006/relationships/slide" Target="slide7.xml"/><Relationship Id="rId6" Type="http://schemas.openxmlformats.org/officeDocument/2006/relationships/slide" Target="slide8.xml"/><Relationship Id="rId7" Type="http://schemas.openxmlformats.org/officeDocument/2006/relationships/slide" Target="slide12.xml"/><Relationship Id="rId8" Type="http://schemas.openxmlformats.org/officeDocument/2006/relationships/slide" Target="slide13.xml"/><Relationship Id="rId9" Type="http://schemas.openxmlformats.org/officeDocument/2006/relationships/slide" Target="slide14.xml"/><Relationship Id="rId10" Type="http://schemas.openxmlformats.org/officeDocument/2006/relationships/slide" Target="slide15.xml"/><Relationship Id="rId11" Type="http://schemas.openxmlformats.org/officeDocument/2006/relationships/slide" Target="slide16.xml"/><Relationship Id="rId12" Type="http://schemas.openxmlformats.org/officeDocument/2006/relationships/slide" Target="slide17.xml"/><Relationship Id="rId13" Type="http://schemas.openxmlformats.org/officeDocument/2006/relationships/slide" Target="slide22.xml"/><Relationship Id="rId14" Type="http://schemas.openxmlformats.org/officeDocument/2006/relationships/slide" Target="slide23.xml"/><Relationship Id="rId15" Type="http://schemas.openxmlformats.org/officeDocument/2006/relationships/slide" Target="slide24.xml"/></Relationships>
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3.xml"/><Relationship Id="rId3" Type="http://schemas.openxmlformats.org/officeDocument/2006/relationships/slide" Target="slide4.xml"/><Relationship Id="rId4" Type="http://schemas.openxmlformats.org/officeDocument/2006/relationships/slide" Target="slide5.xml"/><Relationship Id="rId5" Type="http://schemas.openxmlformats.org/officeDocument/2006/relationships/slide" Target="slide7.xml"/><Relationship Id="rId6" Type="http://schemas.openxmlformats.org/officeDocument/2006/relationships/slide" Target="slide8.xml"/><Relationship Id="rId7" Type="http://schemas.openxmlformats.org/officeDocument/2006/relationships/slide" Target="slide12.xml"/><Relationship Id="rId8" Type="http://schemas.openxmlformats.org/officeDocument/2006/relationships/slide" Target="slide13.xml"/><Relationship Id="rId9" Type="http://schemas.openxmlformats.org/officeDocument/2006/relationships/slide" Target="slide14.xml"/><Relationship Id="rId10" Type="http://schemas.openxmlformats.org/officeDocument/2006/relationships/slide" Target="slide15.xml"/><Relationship Id="rId11" Type="http://schemas.openxmlformats.org/officeDocument/2006/relationships/slide" Target="slide16.xml"/><Relationship Id="rId12" Type="http://schemas.openxmlformats.org/officeDocument/2006/relationships/slide" Target="slide17.xml"/><Relationship Id="rId13" Type="http://schemas.openxmlformats.org/officeDocument/2006/relationships/slide" Target="slide22.xml"/><Relationship Id="rId14" Type="http://schemas.openxmlformats.org/officeDocument/2006/relationships/slide" Target="slide23.xml"/><Relationship Id="rId15" Type="http://schemas.openxmlformats.org/officeDocument/2006/relationships/slide" Target="slide24.xml"/></Relationships>

</file>

<file path=ppt/slides/_rels/slide2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3.xml"/><Relationship Id="rId3" Type="http://schemas.openxmlformats.org/officeDocument/2006/relationships/slide" Target="slide4.xml"/><Relationship Id="rId4" Type="http://schemas.openxmlformats.org/officeDocument/2006/relationships/slide" Target="slide5.xml"/><Relationship Id="rId5" Type="http://schemas.openxmlformats.org/officeDocument/2006/relationships/slide" Target="slide7.xml"/><Relationship Id="rId6" Type="http://schemas.openxmlformats.org/officeDocument/2006/relationships/slide" Target="slide8.xml"/><Relationship Id="rId7" Type="http://schemas.openxmlformats.org/officeDocument/2006/relationships/slide" Target="slide12.xml"/><Relationship Id="rId8" Type="http://schemas.openxmlformats.org/officeDocument/2006/relationships/slide" Target="slide13.xml"/><Relationship Id="rId9" Type="http://schemas.openxmlformats.org/officeDocument/2006/relationships/slide" Target="slide14.xml"/><Relationship Id="rId10" Type="http://schemas.openxmlformats.org/officeDocument/2006/relationships/slide" Target="slide15.xml"/><Relationship Id="rId11" Type="http://schemas.openxmlformats.org/officeDocument/2006/relationships/slide" Target="slide16.xml"/><Relationship Id="rId12" Type="http://schemas.openxmlformats.org/officeDocument/2006/relationships/slide" Target="slide17.xml"/><Relationship Id="rId13" Type="http://schemas.openxmlformats.org/officeDocument/2006/relationships/slide" Target="slide22.xml"/><Relationship Id="rId14" Type="http://schemas.openxmlformats.org/officeDocument/2006/relationships/slide" Target="slide23.xml"/><Relationship Id="rId15" Type="http://schemas.openxmlformats.org/officeDocument/2006/relationships/slide" Target="slide24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75297" y="157824"/>
            <a:ext cx="5191760" cy="671830"/>
          </a:xfrm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 marR="5080" indent="262890">
              <a:lnSpc>
                <a:spcPct val="105300"/>
              </a:lnSpc>
            </a:pPr>
            <a:r>
              <a:rPr dirty="0" sz="2050"/>
              <a:t>TrustLC:</a:t>
            </a:r>
            <a:r>
              <a:rPr dirty="0" sz="2050" spc="30"/>
              <a:t> </a:t>
            </a:r>
            <a:r>
              <a:rPr dirty="0" sz="2050" spc="-25"/>
              <a:t>Trust-</a:t>
            </a:r>
            <a:r>
              <a:rPr dirty="0" sz="2050"/>
              <a:t>Minimized</a:t>
            </a:r>
            <a:r>
              <a:rPr dirty="0" sz="2050" spc="45"/>
              <a:t> </a:t>
            </a:r>
            <a:r>
              <a:rPr dirty="0" sz="2050" spc="-10"/>
              <a:t>Blockchain </a:t>
            </a:r>
            <a:r>
              <a:rPr dirty="0" sz="2050"/>
              <a:t>Escrow</a:t>
            </a:r>
            <a:r>
              <a:rPr dirty="0" sz="2050" spc="-5"/>
              <a:t> </a:t>
            </a:r>
            <a:r>
              <a:rPr dirty="0" sz="2050"/>
              <a:t>for Letter</a:t>
            </a:r>
            <a:r>
              <a:rPr dirty="0" sz="2050" spc="5"/>
              <a:t> </a:t>
            </a:r>
            <a:r>
              <a:rPr dirty="0" sz="2050"/>
              <a:t>of</a:t>
            </a:r>
            <a:r>
              <a:rPr dirty="0" sz="2050" spc="5"/>
              <a:t> </a:t>
            </a:r>
            <a:r>
              <a:rPr dirty="0" sz="2050"/>
              <a:t>Credit Trade</a:t>
            </a:r>
            <a:r>
              <a:rPr dirty="0" sz="2050" spc="5"/>
              <a:t> </a:t>
            </a:r>
            <a:r>
              <a:rPr dirty="0" sz="2050" spc="-10"/>
              <a:t>Finance</a:t>
            </a:r>
            <a:endParaRPr sz="2050"/>
          </a:p>
        </p:txBody>
      </p:sp>
      <p:sp>
        <p:nvSpPr>
          <p:cNvPr id="3" name="object 3"/>
          <p:cNvSpPr/>
          <p:nvPr/>
        </p:nvSpPr>
        <p:spPr>
          <a:xfrm>
            <a:off x="2438996" y="959916"/>
            <a:ext cx="864235" cy="27940"/>
          </a:xfrm>
          <a:custGeom>
            <a:avLst/>
            <a:gdLst/>
            <a:ahLst/>
            <a:cxnLst/>
            <a:rect l="l" t="t" r="r" b="b"/>
            <a:pathLst>
              <a:path w="864235" h="27940">
                <a:moveTo>
                  <a:pt x="863993" y="0"/>
                </a:moveTo>
                <a:lnTo>
                  <a:pt x="0" y="0"/>
                </a:lnTo>
                <a:lnTo>
                  <a:pt x="0" y="27838"/>
                </a:lnTo>
                <a:lnTo>
                  <a:pt x="863993" y="27838"/>
                </a:lnTo>
                <a:lnTo>
                  <a:pt x="863993" y="0"/>
                </a:lnTo>
                <a:close/>
              </a:path>
            </a:pathLst>
          </a:custGeom>
          <a:solidFill>
            <a:srgbClr val="0B4C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1718830" y="1115956"/>
            <a:ext cx="2304415" cy="19875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>
                <a:solidFill>
                  <a:srgbClr val="585B66"/>
                </a:solidFill>
                <a:latin typeface="Arial"/>
                <a:cs typeface="Arial"/>
              </a:rPr>
              <a:t>Computer</a:t>
            </a:r>
            <a:r>
              <a:rPr dirty="0" sz="1100" spc="100">
                <a:solidFill>
                  <a:srgbClr val="585B66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585B66"/>
                </a:solidFill>
                <a:latin typeface="Arial"/>
                <a:cs typeface="Arial"/>
              </a:rPr>
              <a:t>Science</a:t>
            </a:r>
            <a:r>
              <a:rPr dirty="0" sz="1100" spc="105">
                <a:solidFill>
                  <a:srgbClr val="585B66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585B66"/>
                </a:solidFill>
                <a:latin typeface="Arial"/>
                <a:cs typeface="Arial"/>
              </a:rPr>
              <a:t>and</a:t>
            </a:r>
            <a:r>
              <a:rPr dirty="0" sz="1100" spc="100">
                <a:solidFill>
                  <a:srgbClr val="585B66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585B66"/>
                </a:solidFill>
                <a:latin typeface="Arial"/>
                <a:cs typeface="Arial"/>
              </a:rPr>
              <a:t>Engineering</a:t>
            </a:r>
            <a:endParaRPr sz="11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909876" y="1535428"/>
            <a:ext cx="920750" cy="633095"/>
          </a:xfrm>
          <a:prstGeom prst="rect">
            <a:avLst/>
          </a:prstGeom>
        </p:spPr>
        <p:txBody>
          <a:bodyPr wrap="square" lIns="0" tIns="1968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55"/>
              </a:spcBef>
            </a:pPr>
            <a:r>
              <a:rPr dirty="0" sz="950" b="1">
                <a:solidFill>
                  <a:srgbClr val="131318"/>
                </a:solidFill>
                <a:latin typeface="Arial"/>
                <a:cs typeface="Arial"/>
              </a:rPr>
              <a:t>Aleena</a:t>
            </a:r>
            <a:r>
              <a:rPr dirty="0" sz="950" spc="-5" b="1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950" spc="-50" b="1">
                <a:solidFill>
                  <a:srgbClr val="131318"/>
                </a:solidFill>
                <a:latin typeface="Arial"/>
                <a:cs typeface="Arial"/>
              </a:rPr>
              <a:t>M</a:t>
            </a:r>
            <a:endParaRPr sz="95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55"/>
              </a:spcBef>
            </a:pPr>
            <a:r>
              <a:rPr dirty="0" sz="950" spc="-10">
                <a:solidFill>
                  <a:srgbClr val="131318"/>
                </a:solidFill>
                <a:latin typeface="Arial"/>
                <a:cs typeface="Arial"/>
              </a:rPr>
              <a:t>CHN23CS029</a:t>
            </a:r>
            <a:endParaRPr sz="95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55"/>
              </a:spcBef>
            </a:pPr>
            <a:r>
              <a:rPr dirty="0" sz="950" b="1">
                <a:solidFill>
                  <a:srgbClr val="131318"/>
                </a:solidFill>
                <a:latin typeface="Arial"/>
                <a:cs typeface="Arial"/>
              </a:rPr>
              <a:t>Roshan</a:t>
            </a:r>
            <a:r>
              <a:rPr dirty="0" sz="950" spc="-5" b="1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950" spc="-10" b="1">
                <a:solidFill>
                  <a:srgbClr val="131318"/>
                </a:solidFill>
                <a:latin typeface="Arial"/>
                <a:cs typeface="Arial"/>
              </a:rPr>
              <a:t>Joseph</a:t>
            </a:r>
            <a:endParaRPr sz="95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55"/>
              </a:spcBef>
            </a:pPr>
            <a:r>
              <a:rPr dirty="0" sz="950" spc="-10">
                <a:solidFill>
                  <a:srgbClr val="131318"/>
                </a:solidFill>
                <a:latin typeface="Arial"/>
                <a:cs typeface="Arial"/>
              </a:rPr>
              <a:t>CHN23CS163</a:t>
            </a:r>
            <a:endParaRPr sz="95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045223" y="1535428"/>
            <a:ext cx="787400" cy="633095"/>
          </a:xfrm>
          <a:prstGeom prst="rect">
            <a:avLst/>
          </a:prstGeom>
        </p:spPr>
        <p:txBody>
          <a:bodyPr wrap="square" lIns="0" tIns="1968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55"/>
              </a:spcBef>
            </a:pPr>
            <a:r>
              <a:rPr dirty="0" sz="950" b="1">
                <a:solidFill>
                  <a:srgbClr val="131318"/>
                </a:solidFill>
                <a:latin typeface="Arial"/>
                <a:cs typeface="Arial"/>
              </a:rPr>
              <a:t>Karthik</a:t>
            </a:r>
            <a:r>
              <a:rPr dirty="0" sz="950" spc="-10" b="1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950" spc="-50" b="1">
                <a:solidFill>
                  <a:srgbClr val="131318"/>
                </a:solidFill>
                <a:latin typeface="Arial"/>
                <a:cs typeface="Arial"/>
              </a:rPr>
              <a:t>M</a:t>
            </a:r>
            <a:endParaRPr sz="95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55"/>
              </a:spcBef>
            </a:pPr>
            <a:r>
              <a:rPr dirty="0" sz="950" spc="-10">
                <a:solidFill>
                  <a:srgbClr val="131318"/>
                </a:solidFill>
                <a:latin typeface="Arial"/>
                <a:cs typeface="Arial"/>
              </a:rPr>
              <a:t>CHN23CS110</a:t>
            </a:r>
            <a:endParaRPr sz="95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55"/>
              </a:spcBef>
            </a:pPr>
            <a:r>
              <a:rPr dirty="0" sz="950" spc="-10" b="1">
                <a:solidFill>
                  <a:srgbClr val="131318"/>
                </a:solidFill>
                <a:latin typeface="Arial"/>
                <a:cs typeface="Arial"/>
              </a:rPr>
              <a:t>Vinayak</a:t>
            </a:r>
            <a:r>
              <a:rPr dirty="0" sz="950" spc="-5" b="1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950" spc="-50" b="1">
                <a:solidFill>
                  <a:srgbClr val="131318"/>
                </a:solidFill>
                <a:latin typeface="Arial"/>
                <a:cs typeface="Arial"/>
              </a:rPr>
              <a:t>D</a:t>
            </a:r>
            <a:endParaRPr sz="95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55"/>
              </a:spcBef>
            </a:pPr>
            <a:r>
              <a:rPr dirty="0" sz="950" spc="-10">
                <a:solidFill>
                  <a:srgbClr val="131318"/>
                </a:solidFill>
                <a:latin typeface="Arial"/>
                <a:cs typeface="Arial"/>
              </a:rPr>
              <a:t>CHN23CS195</a:t>
            </a:r>
            <a:endParaRPr sz="95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956485" y="2228538"/>
            <a:ext cx="1829435" cy="7289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dirty="0" sz="950" b="1">
                <a:solidFill>
                  <a:srgbClr val="131318"/>
                </a:solidFill>
                <a:latin typeface="Arial"/>
                <a:cs typeface="Arial"/>
              </a:rPr>
              <a:t>Guide:</a:t>
            </a:r>
            <a:r>
              <a:rPr dirty="0" sz="950" spc="30" b="1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950" b="1">
                <a:solidFill>
                  <a:srgbClr val="131318"/>
                </a:solidFill>
                <a:latin typeface="Arial"/>
                <a:cs typeface="Arial"/>
              </a:rPr>
              <a:t>Smt.</a:t>
            </a:r>
            <a:r>
              <a:rPr dirty="0" sz="950" spc="30" b="1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950" b="1">
                <a:solidFill>
                  <a:srgbClr val="131318"/>
                </a:solidFill>
                <a:latin typeface="Arial"/>
                <a:cs typeface="Arial"/>
              </a:rPr>
              <a:t>Suvarna</a:t>
            </a:r>
            <a:r>
              <a:rPr dirty="0" sz="950" spc="-25" b="1">
                <a:solidFill>
                  <a:srgbClr val="131318"/>
                </a:solidFill>
                <a:latin typeface="Arial"/>
                <a:cs typeface="Arial"/>
              </a:rPr>
              <a:t> Dev</a:t>
            </a:r>
            <a:endParaRPr sz="950">
              <a:latin typeface="Arial"/>
              <a:cs typeface="Arial"/>
            </a:endParaRPr>
          </a:p>
          <a:p>
            <a:pPr algn="ctr" marL="12700" marR="5080">
              <a:lnSpc>
                <a:spcPct val="107400"/>
              </a:lnSpc>
              <a:spcBef>
                <a:spcPts val="545"/>
              </a:spcBef>
            </a:pPr>
            <a:r>
              <a:rPr dirty="0" sz="850">
                <a:solidFill>
                  <a:srgbClr val="585B66"/>
                </a:solidFill>
                <a:latin typeface="Arial"/>
                <a:cs typeface="Arial"/>
              </a:rPr>
              <a:t>Department</a:t>
            </a:r>
            <a:r>
              <a:rPr dirty="0" sz="850" spc="-20">
                <a:solidFill>
                  <a:srgbClr val="585B66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585B66"/>
                </a:solidFill>
                <a:latin typeface="Arial"/>
                <a:cs typeface="Arial"/>
              </a:rPr>
              <a:t>of</a:t>
            </a:r>
            <a:r>
              <a:rPr dirty="0" sz="850" spc="-20">
                <a:solidFill>
                  <a:srgbClr val="585B66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585B66"/>
                </a:solidFill>
                <a:latin typeface="Arial"/>
                <a:cs typeface="Arial"/>
              </a:rPr>
              <a:t>Computer</a:t>
            </a:r>
            <a:r>
              <a:rPr dirty="0" sz="850" spc="-20">
                <a:solidFill>
                  <a:srgbClr val="585B66"/>
                </a:solidFill>
                <a:latin typeface="Arial"/>
                <a:cs typeface="Arial"/>
              </a:rPr>
              <a:t> </a:t>
            </a:r>
            <a:r>
              <a:rPr dirty="0" sz="850" spc="-10">
                <a:solidFill>
                  <a:srgbClr val="585B66"/>
                </a:solidFill>
                <a:latin typeface="Arial"/>
                <a:cs typeface="Arial"/>
              </a:rPr>
              <a:t>Engineering </a:t>
            </a:r>
            <a:r>
              <a:rPr dirty="0" sz="850">
                <a:solidFill>
                  <a:srgbClr val="585B66"/>
                </a:solidFill>
                <a:latin typeface="Arial"/>
                <a:cs typeface="Arial"/>
              </a:rPr>
              <a:t>College</a:t>
            </a:r>
            <a:r>
              <a:rPr dirty="0" sz="850" spc="-15">
                <a:solidFill>
                  <a:srgbClr val="585B66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585B66"/>
                </a:solidFill>
                <a:latin typeface="Arial"/>
                <a:cs typeface="Arial"/>
              </a:rPr>
              <a:t>of</a:t>
            </a:r>
            <a:r>
              <a:rPr dirty="0" sz="850" spc="-15">
                <a:solidFill>
                  <a:srgbClr val="585B66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585B66"/>
                </a:solidFill>
                <a:latin typeface="Arial"/>
                <a:cs typeface="Arial"/>
              </a:rPr>
              <a:t>Engineering</a:t>
            </a:r>
            <a:r>
              <a:rPr dirty="0" sz="850" spc="-15">
                <a:solidFill>
                  <a:srgbClr val="585B66"/>
                </a:solidFill>
                <a:latin typeface="Arial"/>
                <a:cs typeface="Arial"/>
              </a:rPr>
              <a:t> </a:t>
            </a:r>
            <a:r>
              <a:rPr dirty="0" sz="850" spc="-10">
                <a:solidFill>
                  <a:srgbClr val="585B66"/>
                </a:solidFill>
                <a:latin typeface="Arial"/>
                <a:cs typeface="Arial"/>
              </a:rPr>
              <a:t>Chengannur</a:t>
            </a:r>
            <a:endParaRPr sz="85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645"/>
              </a:spcBef>
            </a:pPr>
            <a:r>
              <a:rPr dirty="0" sz="850">
                <a:solidFill>
                  <a:srgbClr val="787D86"/>
                </a:solidFill>
                <a:latin typeface="Arial"/>
                <a:cs typeface="Arial"/>
              </a:rPr>
              <a:t>October</a:t>
            </a:r>
            <a:r>
              <a:rPr dirty="0" sz="850" spc="-35">
                <a:solidFill>
                  <a:srgbClr val="787D86"/>
                </a:solidFill>
                <a:latin typeface="Arial"/>
                <a:cs typeface="Arial"/>
              </a:rPr>
              <a:t> </a:t>
            </a:r>
            <a:r>
              <a:rPr dirty="0" sz="850" spc="-20">
                <a:solidFill>
                  <a:srgbClr val="787D86"/>
                </a:solidFill>
                <a:latin typeface="Arial"/>
                <a:cs typeface="Arial"/>
              </a:rPr>
              <a:t>2026</a:t>
            </a:r>
            <a:endParaRPr sz="850">
              <a:latin typeface="Arial"/>
              <a:cs typeface="Arial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pc="-10"/>
              <a:t>Outline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03520" y="217041"/>
            <a:ext cx="217170" cy="126364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650">
                <a:solidFill>
                  <a:srgbClr val="787D86"/>
                </a:solidFill>
                <a:latin typeface="Arial"/>
                <a:cs typeface="Arial"/>
              </a:rPr>
              <a:t>1</a:t>
            </a:r>
            <a:r>
              <a:rPr dirty="0" sz="650" spc="-65">
                <a:solidFill>
                  <a:srgbClr val="787D86"/>
                </a:solidFill>
                <a:latin typeface="Arial"/>
                <a:cs typeface="Arial"/>
              </a:rPr>
              <a:t> </a:t>
            </a:r>
            <a:r>
              <a:rPr dirty="0" sz="650">
                <a:solidFill>
                  <a:srgbClr val="787D86"/>
                </a:solidFill>
                <a:latin typeface="Arial"/>
                <a:cs typeface="Arial"/>
              </a:rPr>
              <a:t>/</a:t>
            </a:r>
            <a:r>
              <a:rPr dirty="0" sz="650" spc="-70">
                <a:solidFill>
                  <a:srgbClr val="787D86"/>
                </a:solidFill>
                <a:latin typeface="Arial"/>
                <a:cs typeface="Arial"/>
              </a:rPr>
              <a:t> </a:t>
            </a:r>
            <a:r>
              <a:rPr dirty="0" sz="650" spc="-25">
                <a:solidFill>
                  <a:srgbClr val="787D86"/>
                </a:solidFill>
                <a:latin typeface="Arial"/>
                <a:cs typeface="Arial"/>
              </a:rPr>
              <a:t>24</a:t>
            </a:r>
            <a:endParaRPr sz="650">
              <a:latin typeface="Arial"/>
              <a:cs typeface="Arial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36639" y="906851"/>
            <a:ext cx="1015365" cy="19075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358140">
              <a:lnSpc>
                <a:spcPct val="150500"/>
              </a:lnSpc>
              <a:spcBef>
                <a:spcPts val="95"/>
              </a:spcBef>
            </a:pPr>
            <a:r>
              <a:rPr dirty="0" sz="550" spc="-10">
                <a:solidFill>
                  <a:srgbClr val="585B66"/>
                </a:solidFill>
                <a:latin typeface="Arial"/>
                <a:cs typeface="Arial"/>
                <a:hlinkClick r:id="rId2" action="ppaction://hlinksldjump"/>
              </a:rPr>
              <a:t>Introduction</a:t>
            </a:r>
            <a:r>
              <a:rPr dirty="0" sz="550" spc="500">
                <a:solidFill>
                  <a:srgbClr val="585B66"/>
                </a:solidFill>
                <a:latin typeface="Arial"/>
                <a:cs typeface="Arial"/>
              </a:rPr>
              <a:t> </a:t>
            </a:r>
            <a:r>
              <a:rPr dirty="0" sz="550">
                <a:solidFill>
                  <a:srgbClr val="585B66"/>
                </a:solidFill>
                <a:latin typeface="Arial"/>
                <a:cs typeface="Arial"/>
                <a:hlinkClick r:id="rId3" action="ppaction://hlinksldjump"/>
              </a:rPr>
              <a:t>Problem</a:t>
            </a:r>
            <a:r>
              <a:rPr dirty="0" sz="550" spc="125">
                <a:solidFill>
                  <a:srgbClr val="585B66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dirty="0" sz="550" spc="-10">
                <a:solidFill>
                  <a:srgbClr val="585B66"/>
                </a:solidFill>
                <a:latin typeface="Arial"/>
                <a:cs typeface="Arial"/>
                <a:hlinkClick r:id="rId3" action="ppaction://hlinksldjump"/>
              </a:rPr>
              <a:t>Statement</a:t>
            </a:r>
            <a:r>
              <a:rPr dirty="0" sz="550" spc="500">
                <a:solidFill>
                  <a:srgbClr val="585B66"/>
                </a:solidFill>
                <a:latin typeface="Arial"/>
                <a:cs typeface="Arial"/>
              </a:rPr>
              <a:t> </a:t>
            </a:r>
            <a:r>
              <a:rPr dirty="0" sz="550" spc="10">
                <a:solidFill>
                  <a:srgbClr val="585B66"/>
                </a:solidFill>
                <a:latin typeface="Arial"/>
                <a:cs typeface="Arial"/>
                <a:hlinkClick r:id="rId4" action="ppaction://hlinksldjump"/>
              </a:rPr>
              <a:t>Literature</a:t>
            </a:r>
            <a:r>
              <a:rPr dirty="0" sz="550" spc="70">
                <a:solidFill>
                  <a:srgbClr val="585B66"/>
                </a:solidFill>
                <a:latin typeface="Arial"/>
                <a:cs typeface="Arial"/>
                <a:hlinkClick r:id="rId4" action="ppaction://hlinksldjump"/>
              </a:rPr>
              <a:t> </a:t>
            </a:r>
            <a:r>
              <a:rPr dirty="0" sz="550" spc="-10">
                <a:solidFill>
                  <a:srgbClr val="585B66"/>
                </a:solidFill>
                <a:latin typeface="Arial"/>
                <a:cs typeface="Arial"/>
                <a:hlinkClick r:id="rId4" action="ppaction://hlinksldjump"/>
              </a:rPr>
              <a:t>Review</a:t>
            </a:r>
            <a:r>
              <a:rPr dirty="0" sz="550" spc="500">
                <a:solidFill>
                  <a:srgbClr val="585B66"/>
                </a:solidFill>
                <a:latin typeface="Arial"/>
                <a:cs typeface="Arial"/>
              </a:rPr>
              <a:t> </a:t>
            </a:r>
            <a:r>
              <a:rPr dirty="0" sz="550" spc="10">
                <a:solidFill>
                  <a:srgbClr val="585B66"/>
                </a:solidFill>
                <a:latin typeface="Arial"/>
                <a:cs typeface="Arial"/>
                <a:hlinkClick r:id="rId5" action="ppaction://hlinksldjump"/>
              </a:rPr>
              <a:t>Proposed</a:t>
            </a:r>
            <a:r>
              <a:rPr dirty="0" sz="550" spc="114">
                <a:solidFill>
                  <a:srgbClr val="585B66"/>
                </a:solidFill>
                <a:latin typeface="Arial"/>
                <a:cs typeface="Arial"/>
                <a:hlinkClick r:id="rId5" action="ppaction://hlinksldjump"/>
              </a:rPr>
              <a:t> </a:t>
            </a:r>
            <a:r>
              <a:rPr dirty="0" sz="550" spc="-10">
                <a:solidFill>
                  <a:srgbClr val="585B66"/>
                </a:solidFill>
                <a:latin typeface="Arial"/>
                <a:cs typeface="Arial"/>
                <a:hlinkClick r:id="rId5" action="ppaction://hlinksldjump"/>
              </a:rPr>
              <a:t>Solution</a:t>
            </a:r>
            <a:endParaRPr sz="550">
              <a:latin typeface="Arial"/>
              <a:cs typeface="Arial"/>
            </a:endParaRPr>
          </a:p>
          <a:p>
            <a:pPr marL="12700" marR="327660">
              <a:lnSpc>
                <a:spcPct val="166600"/>
              </a:lnSpc>
              <a:spcBef>
                <a:spcPts val="10"/>
              </a:spcBef>
            </a:pPr>
            <a:r>
              <a:rPr dirty="0" sz="550">
                <a:solidFill>
                  <a:srgbClr val="585B66"/>
                </a:solidFill>
                <a:latin typeface="Arial"/>
                <a:cs typeface="Arial"/>
                <a:hlinkClick r:id="rId6" action="ppaction://hlinksldjump"/>
              </a:rPr>
              <a:t>System</a:t>
            </a:r>
            <a:r>
              <a:rPr dirty="0" sz="550" spc="135">
                <a:solidFill>
                  <a:srgbClr val="585B66"/>
                </a:solidFill>
                <a:latin typeface="Arial"/>
                <a:cs typeface="Arial"/>
                <a:hlinkClick r:id="rId6" action="ppaction://hlinksldjump"/>
              </a:rPr>
              <a:t> </a:t>
            </a:r>
            <a:r>
              <a:rPr dirty="0" sz="550" spc="-10">
                <a:solidFill>
                  <a:srgbClr val="585B66"/>
                </a:solidFill>
                <a:latin typeface="Arial"/>
                <a:cs typeface="Arial"/>
                <a:hlinkClick r:id="rId6" action="ppaction://hlinksldjump"/>
              </a:rPr>
              <a:t>Architecture</a:t>
            </a:r>
            <a:r>
              <a:rPr dirty="0" sz="550" spc="500">
                <a:solidFill>
                  <a:srgbClr val="585B66"/>
                </a:solidFill>
                <a:latin typeface="Arial"/>
                <a:cs typeface="Arial"/>
              </a:rPr>
              <a:t> </a:t>
            </a:r>
            <a:r>
              <a:rPr dirty="0" sz="550" spc="-10">
                <a:solidFill>
                  <a:srgbClr val="585B66"/>
                </a:solidFill>
                <a:latin typeface="Arial"/>
                <a:cs typeface="Arial"/>
                <a:hlinkClick r:id="rId7" action="ppaction://hlinksldjump"/>
              </a:rPr>
              <a:t>Methodology</a:t>
            </a:r>
            <a:endParaRPr sz="5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50"/>
              </a:spcBef>
            </a:pPr>
            <a:r>
              <a:rPr dirty="0" sz="550" spc="10">
                <a:solidFill>
                  <a:srgbClr val="585B66"/>
                </a:solidFill>
                <a:latin typeface="Arial"/>
                <a:cs typeface="Arial"/>
                <a:hlinkClick r:id="rId8" action="ppaction://hlinksldjump"/>
              </a:rPr>
              <a:t>Functional</a:t>
            </a:r>
            <a:r>
              <a:rPr dirty="0" sz="550" spc="85">
                <a:solidFill>
                  <a:srgbClr val="585B66"/>
                </a:solidFill>
                <a:latin typeface="Arial"/>
                <a:cs typeface="Arial"/>
                <a:hlinkClick r:id="rId8" action="ppaction://hlinksldjump"/>
              </a:rPr>
              <a:t> </a:t>
            </a:r>
            <a:r>
              <a:rPr dirty="0" sz="550" spc="-10">
                <a:solidFill>
                  <a:srgbClr val="585B66"/>
                </a:solidFill>
                <a:latin typeface="Arial"/>
                <a:cs typeface="Arial"/>
                <a:hlinkClick r:id="rId8" action="ppaction://hlinksldjump"/>
              </a:rPr>
              <a:t>Requirements</a:t>
            </a:r>
            <a:endParaRPr sz="550">
              <a:latin typeface="Arial"/>
              <a:cs typeface="Arial"/>
            </a:endParaRPr>
          </a:p>
          <a:p>
            <a:pPr marL="12700" marR="5080">
              <a:lnSpc>
                <a:spcPct val="166600"/>
              </a:lnSpc>
            </a:pPr>
            <a:r>
              <a:rPr dirty="0" sz="550" spc="10">
                <a:solidFill>
                  <a:srgbClr val="585B66"/>
                </a:solidFill>
                <a:latin typeface="Arial"/>
                <a:cs typeface="Arial"/>
                <a:hlinkClick r:id="rId9" action="ppaction://hlinksldjump"/>
              </a:rPr>
              <a:t>Non-Functional</a:t>
            </a:r>
            <a:r>
              <a:rPr dirty="0" sz="550" spc="125">
                <a:solidFill>
                  <a:srgbClr val="585B66"/>
                </a:solidFill>
                <a:latin typeface="Arial"/>
                <a:cs typeface="Arial"/>
                <a:hlinkClick r:id="rId9" action="ppaction://hlinksldjump"/>
              </a:rPr>
              <a:t> </a:t>
            </a:r>
            <a:r>
              <a:rPr dirty="0" sz="550" spc="-10">
                <a:solidFill>
                  <a:srgbClr val="585B66"/>
                </a:solidFill>
                <a:latin typeface="Arial"/>
                <a:cs typeface="Arial"/>
                <a:hlinkClick r:id="rId9" action="ppaction://hlinksldjump"/>
              </a:rPr>
              <a:t>Requirements</a:t>
            </a:r>
            <a:r>
              <a:rPr dirty="0" sz="550" spc="500">
                <a:solidFill>
                  <a:srgbClr val="585B66"/>
                </a:solidFill>
                <a:latin typeface="Arial"/>
                <a:cs typeface="Arial"/>
              </a:rPr>
              <a:t> </a:t>
            </a:r>
            <a:r>
              <a:rPr dirty="0" sz="550">
                <a:solidFill>
                  <a:srgbClr val="585B66"/>
                </a:solidFill>
                <a:latin typeface="Arial"/>
                <a:cs typeface="Arial"/>
                <a:hlinkClick r:id="rId10" action="ppaction://hlinksldjump"/>
              </a:rPr>
              <a:t>Hardware</a:t>
            </a:r>
            <a:r>
              <a:rPr dirty="0" sz="550" spc="150">
                <a:solidFill>
                  <a:srgbClr val="585B66"/>
                </a:solidFill>
                <a:latin typeface="Arial"/>
                <a:cs typeface="Arial"/>
                <a:hlinkClick r:id="rId10" action="ppaction://hlinksldjump"/>
              </a:rPr>
              <a:t> </a:t>
            </a:r>
            <a:r>
              <a:rPr dirty="0" sz="550" spc="-10">
                <a:solidFill>
                  <a:srgbClr val="585B66"/>
                </a:solidFill>
                <a:latin typeface="Arial"/>
                <a:cs typeface="Arial"/>
                <a:hlinkClick r:id="rId10" action="ppaction://hlinksldjump"/>
              </a:rPr>
              <a:t>Requirements</a:t>
            </a:r>
            <a:endParaRPr sz="550">
              <a:latin typeface="Arial"/>
              <a:cs typeface="Arial"/>
            </a:endParaRPr>
          </a:p>
          <a:p>
            <a:pPr marL="12700" marR="217170">
              <a:lnSpc>
                <a:spcPct val="166600"/>
              </a:lnSpc>
              <a:spcBef>
                <a:spcPts val="10"/>
              </a:spcBef>
            </a:pPr>
            <a:r>
              <a:rPr dirty="0" sz="550">
                <a:solidFill>
                  <a:srgbClr val="585B66"/>
                </a:solidFill>
                <a:latin typeface="Arial"/>
                <a:cs typeface="Arial"/>
                <a:hlinkClick r:id="rId11" action="ppaction://hlinksldjump"/>
              </a:rPr>
              <a:t>Software</a:t>
            </a:r>
            <a:r>
              <a:rPr dirty="0" sz="550" spc="150">
                <a:solidFill>
                  <a:srgbClr val="585B66"/>
                </a:solidFill>
                <a:latin typeface="Arial"/>
                <a:cs typeface="Arial"/>
                <a:hlinkClick r:id="rId11" action="ppaction://hlinksldjump"/>
              </a:rPr>
              <a:t> </a:t>
            </a:r>
            <a:r>
              <a:rPr dirty="0" sz="550" spc="-10">
                <a:solidFill>
                  <a:srgbClr val="585B66"/>
                </a:solidFill>
                <a:latin typeface="Arial"/>
                <a:cs typeface="Arial"/>
                <a:hlinkClick r:id="rId11" action="ppaction://hlinksldjump"/>
              </a:rPr>
              <a:t>Requirements</a:t>
            </a:r>
            <a:r>
              <a:rPr dirty="0" sz="550" spc="500">
                <a:solidFill>
                  <a:srgbClr val="585B66"/>
                </a:solidFill>
                <a:latin typeface="Arial"/>
                <a:cs typeface="Arial"/>
              </a:rPr>
              <a:t> </a:t>
            </a:r>
            <a:r>
              <a:rPr dirty="0" sz="550" spc="-10">
                <a:solidFill>
                  <a:srgbClr val="585B66"/>
                </a:solidFill>
                <a:latin typeface="Arial"/>
                <a:cs typeface="Arial"/>
                <a:hlinkClick r:id="rId12" action="ppaction://hlinksldjump"/>
              </a:rPr>
              <a:t>Result</a:t>
            </a:r>
            <a:endParaRPr sz="550">
              <a:latin typeface="Arial"/>
              <a:cs typeface="Arial"/>
            </a:endParaRPr>
          </a:p>
          <a:p>
            <a:pPr marL="12700" marR="547370">
              <a:lnSpc>
                <a:spcPts val="1000"/>
              </a:lnSpc>
              <a:spcBef>
                <a:spcPts val="90"/>
              </a:spcBef>
            </a:pPr>
            <a:r>
              <a:rPr dirty="0" sz="550" spc="-10">
                <a:solidFill>
                  <a:srgbClr val="585B66"/>
                </a:solidFill>
                <a:latin typeface="Arial"/>
                <a:cs typeface="Arial"/>
                <a:hlinkClick r:id="rId13" action="ppaction://hlinksldjump"/>
              </a:rPr>
              <a:t>Conclusion</a:t>
            </a:r>
            <a:r>
              <a:rPr dirty="0" sz="550" spc="500">
                <a:solidFill>
                  <a:srgbClr val="585B66"/>
                </a:solidFill>
                <a:latin typeface="Arial"/>
                <a:cs typeface="Arial"/>
              </a:rPr>
              <a:t> </a:t>
            </a:r>
            <a:r>
              <a:rPr dirty="0" sz="550">
                <a:solidFill>
                  <a:srgbClr val="585B66"/>
                </a:solidFill>
                <a:latin typeface="Arial"/>
                <a:cs typeface="Arial"/>
                <a:hlinkClick r:id="rId14" action="ppaction://hlinksldjump"/>
              </a:rPr>
              <a:t>Future</a:t>
            </a:r>
            <a:r>
              <a:rPr dirty="0" sz="550" spc="120">
                <a:solidFill>
                  <a:srgbClr val="585B66"/>
                </a:solidFill>
                <a:latin typeface="Arial"/>
                <a:cs typeface="Arial"/>
                <a:hlinkClick r:id="rId14" action="ppaction://hlinksldjump"/>
              </a:rPr>
              <a:t> </a:t>
            </a:r>
            <a:r>
              <a:rPr dirty="0" sz="550" spc="-10">
                <a:solidFill>
                  <a:srgbClr val="585B66"/>
                </a:solidFill>
                <a:latin typeface="Arial"/>
                <a:cs typeface="Arial"/>
                <a:hlinkClick r:id="rId14" action="ppaction://hlinksldjump"/>
              </a:rPr>
              <a:t>Scope</a:t>
            </a:r>
            <a:endParaRPr sz="5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65"/>
              </a:spcBef>
            </a:pPr>
            <a:r>
              <a:rPr dirty="0" sz="550" spc="-10">
                <a:solidFill>
                  <a:srgbClr val="585B66"/>
                </a:solidFill>
                <a:latin typeface="Arial"/>
                <a:cs typeface="Arial"/>
                <a:hlinkClick r:id="rId15" action="ppaction://hlinksldjump"/>
              </a:rPr>
              <a:t>References</a:t>
            </a:r>
            <a:endParaRPr sz="55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1421994" y="772275"/>
            <a:ext cx="137160" cy="2377440"/>
            <a:chOff x="1421994" y="772275"/>
            <a:chExt cx="137160" cy="2377440"/>
          </a:xfrm>
        </p:grpSpPr>
        <p:pic>
          <p:nvPicPr>
            <p:cNvPr id="6" name="object 6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421994" y="772275"/>
              <a:ext cx="136802" cy="136802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421994" y="944613"/>
              <a:ext cx="136802" cy="136802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421994" y="1117461"/>
              <a:ext cx="136802" cy="136802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421994" y="1289266"/>
              <a:ext cx="136802" cy="136802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1421994" y="1462126"/>
              <a:ext cx="136802" cy="136802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421994" y="1634452"/>
              <a:ext cx="136802" cy="136802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421994" y="1806258"/>
              <a:ext cx="136802" cy="136802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421994" y="1979117"/>
              <a:ext cx="136802" cy="136802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421994" y="2151444"/>
              <a:ext cx="136802" cy="136802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1421994" y="2323783"/>
              <a:ext cx="136802" cy="136802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1421994" y="2495588"/>
              <a:ext cx="136802" cy="136802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421994" y="2667915"/>
              <a:ext cx="136802" cy="136802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421994" y="2840774"/>
              <a:ext cx="136802" cy="136802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421994" y="3012580"/>
              <a:ext cx="136802" cy="136802"/>
            </a:xfrm>
            <a:prstGeom prst="rect">
              <a:avLst/>
            </a:prstGeom>
          </p:spPr>
        </p:pic>
      </p:grpSp>
      <p:sp>
        <p:nvSpPr>
          <p:cNvPr id="20" name="object 20"/>
          <p:cNvSpPr txBox="1"/>
          <p:nvPr/>
        </p:nvSpPr>
        <p:spPr>
          <a:xfrm>
            <a:off x="1430921" y="709484"/>
            <a:ext cx="1899285" cy="2438400"/>
          </a:xfrm>
          <a:prstGeom prst="rect">
            <a:avLst/>
          </a:prstGeom>
        </p:spPr>
        <p:txBody>
          <a:bodyPr wrap="square" lIns="0" tIns="40005" rIns="0" bIns="0" rtlCol="0" vert="horz">
            <a:spAutoFit/>
          </a:bodyPr>
          <a:lstStyle/>
          <a:p>
            <a:pPr marL="35560">
              <a:lnSpc>
                <a:spcPct val="100000"/>
              </a:lnSpc>
              <a:spcBef>
                <a:spcPts val="315"/>
              </a:spcBef>
              <a:tabLst>
                <a:tab pos="289560" algn="l"/>
              </a:tabLst>
            </a:pPr>
            <a:r>
              <a:rPr dirty="0" sz="650" spc="-50" b="1">
                <a:solidFill>
                  <a:srgbClr val="FFFFFF"/>
                </a:solidFill>
                <a:latin typeface="Arial"/>
                <a:cs typeface="Arial"/>
              </a:rPr>
              <a:t>1</a:t>
            </a:r>
            <a:r>
              <a:rPr dirty="0" sz="650" b="1">
                <a:solidFill>
                  <a:srgbClr val="FFFFFF"/>
                </a:solidFill>
                <a:latin typeface="Arial"/>
                <a:cs typeface="Arial"/>
              </a:rPr>
              <a:t>	</a:t>
            </a:r>
            <a:r>
              <a:rPr dirty="0" sz="950" spc="-10">
                <a:solidFill>
                  <a:srgbClr val="131318"/>
                </a:solidFill>
                <a:latin typeface="Arial"/>
                <a:cs typeface="Arial"/>
                <a:hlinkClick r:id="rId2" action="ppaction://hlinksldjump"/>
              </a:rPr>
              <a:t>Introduction</a:t>
            </a:r>
            <a:endParaRPr sz="950">
              <a:latin typeface="Arial"/>
              <a:cs typeface="Arial"/>
            </a:endParaRPr>
          </a:p>
          <a:p>
            <a:pPr marL="35560">
              <a:lnSpc>
                <a:spcPct val="100000"/>
              </a:lnSpc>
              <a:spcBef>
                <a:spcPts val="219"/>
              </a:spcBef>
              <a:tabLst>
                <a:tab pos="289560" algn="l"/>
              </a:tabLst>
            </a:pPr>
            <a:r>
              <a:rPr dirty="0" sz="650" spc="-50" b="1">
                <a:solidFill>
                  <a:srgbClr val="FFFFFF"/>
                </a:solidFill>
                <a:latin typeface="Arial"/>
                <a:cs typeface="Arial"/>
              </a:rPr>
              <a:t>2</a:t>
            </a:r>
            <a:r>
              <a:rPr dirty="0" sz="650" b="1">
                <a:solidFill>
                  <a:srgbClr val="FFFFFF"/>
                </a:solidFill>
                <a:latin typeface="Arial"/>
                <a:cs typeface="Arial"/>
              </a:rPr>
              <a:t>	</a:t>
            </a:r>
            <a:r>
              <a:rPr dirty="0" sz="950">
                <a:solidFill>
                  <a:srgbClr val="131318"/>
                </a:solidFill>
                <a:latin typeface="Arial"/>
                <a:cs typeface="Arial"/>
                <a:hlinkClick r:id="rId3" action="ppaction://hlinksldjump"/>
              </a:rPr>
              <a:t>Problem</a:t>
            </a:r>
            <a:r>
              <a:rPr dirty="0" sz="950" spc="-65">
                <a:solidFill>
                  <a:srgbClr val="131318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dirty="0" sz="950" spc="-10">
                <a:solidFill>
                  <a:srgbClr val="131318"/>
                </a:solidFill>
                <a:latin typeface="Arial"/>
                <a:cs typeface="Arial"/>
                <a:hlinkClick r:id="rId3" action="ppaction://hlinksldjump"/>
              </a:rPr>
              <a:t>Statement</a:t>
            </a:r>
            <a:endParaRPr sz="950">
              <a:latin typeface="Arial"/>
              <a:cs typeface="Arial"/>
            </a:endParaRPr>
          </a:p>
          <a:p>
            <a:pPr marL="35560">
              <a:lnSpc>
                <a:spcPct val="100000"/>
              </a:lnSpc>
              <a:spcBef>
                <a:spcPts val="215"/>
              </a:spcBef>
              <a:tabLst>
                <a:tab pos="289560" algn="l"/>
              </a:tabLst>
            </a:pPr>
            <a:r>
              <a:rPr dirty="0" sz="650" spc="-50" b="1">
                <a:solidFill>
                  <a:srgbClr val="FFFFFF"/>
                </a:solidFill>
                <a:latin typeface="Arial"/>
                <a:cs typeface="Arial"/>
              </a:rPr>
              <a:t>3</a:t>
            </a:r>
            <a:r>
              <a:rPr dirty="0" sz="650" b="1">
                <a:solidFill>
                  <a:srgbClr val="FFFFFF"/>
                </a:solidFill>
                <a:latin typeface="Arial"/>
                <a:cs typeface="Arial"/>
              </a:rPr>
              <a:t>	</a:t>
            </a:r>
            <a:r>
              <a:rPr dirty="0" sz="950">
                <a:solidFill>
                  <a:srgbClr val="131318"/>
                </a:solidFill>
                <a:latin typeface="Arial"/>
                <a:cs typeface="Arial"/>
                <a:hlinkClick r:id="rId4" action="ppaction://hlinksldjump"/>
              </a:rPr>
              <a:t>Literature</a:t>
            </a:r>
            <a:r>
              <a:rPr dirty="0" sz="950" spc="-15">
                <a:solidFill>
                  <a:srgbClr val="131318"/>
                </a:solidFill>
                <a:latin typeface="Arial"/>
                <a:cs typeface="Arial"/>
                <a:hlinkClick r:id="rId4" action="ppaction://hlinksldjump"/>
              </a:rPr>
              <a:t> </a:t>
            </a:r>
            <a:r>
              <a:rPr dirty="0" sz="950" spc="-10">
                <a:solidFill>
                  <a:srgbClr val="131318"/>
                </a:solidFill>
                <a:latin typeface="Arial"/>
                <a:cs typeface="Arial"/>
                <a:hlinkClick r:id="rId4" action="ppaction://hlinksldjump"/>
              </a:rPr>
              <a:t>Review</a:t>
            </a:r>
            <a:endParaRPr sz="950">
              <a:latin typeface="Arial"/>
              <a:cs typeface="Arial"/>
            </a:endParaRPr>
          </a:p>
          <a:p>
            <a:pPr marL="35560">
              <a:lnSpc>
                <a:spcPct val="100000"/>
              </a:lnSpc>
              <a:spcBef>
                <a:spcPts val="215"/>
              </a:spcBef>
              <a:tabLst>
                <a:tab pos="289560" algn="l"/>
              </a:tabLst>
            </a:pPr>
            <a:r>
              <a:rPr dirty="0" sz="650" spc="-50" b="1">
                <a:solidFill>
                  <a:srgbClr val="FFFFFF"/>
                </a:solidFill>
                <a:latin typeface="Arial"/>
                <a:cs typeface="Arial"/>
              </a:rPr>
              <a:t>4</a:t>
            </a:r>
            <a:r>
              <a:rPr dirty="0" sz="650" b="1">
                <a:solidFill>
                  <a:srgbClr val="FFFFFF"/>
                </a:solidFill>
                <a:latin typeface="Arial"/>
                <a:cs typeface="Arial"/>
              </a:rPr>
              <a:t>	</a:t>
            </a:r>
            <a:r>
              <a:rPr dirty="0" sz="950">
                <a:solidFill>
                  <a:srgbClr val="131318"/>
                </a:solidFill>
                <a:latin typeface="Arial"/>
                <a:cs typeface="Arial"/>
                <a:hlinkClick r:id="rId5" action="ppaction://hlinksldjump"/>
              </a:rPr>
              <a:t>Proposed</a:t>
            </a:r>
            <a:r>
              <a:rPr dirty="0" sz="950" spc="-15">
                <a:solidFill>
                  <a:srgbClr val="131318"/>
                </a:solidFill>
                <a:latin typeface="Arial"/>
                <a:cs typeface="Arial"/>
                <a:hlinkClick r:id="rId5" action="ppaction://hlinksldjump"/>
              </a:rPr>
              <a:t> </a:t>
            </a:r>
            <a:r>
              <a:rPr dirty="0" sz="950" spc="-10">
                <a:solidFill>
                  <a:srgbClr val="131318"/>
                </a:solidFill>
                <a:latin typeface="Arial"/>
                <a:cs typeface="Arial"/>
                <a:hlinkClick r:id="rId5" action="ppaction://hlinksldjump"/>
              </a:rPr>
              <a:t>Solution</a:t>
            </a:r>
            <a:endParaRPr sz="950">
              <a:latin typeface="Arial"/>
              <a:cs typeface="Arial"/>
            </a:endParaRPr>
          </a:p>
          <a:p>
            <a:pPr marL="35560">
              <a:lnSpc>
                <a:spcPct val="100000"/>
              </a:lnSpc>
              <a:spcBef>
                <a:spcPts val="220"/>
              </a:spcBef>
              <a:tabLst>
                <a:tab pos="289560" algn="l"/>
              </a:tabLst>
            </a:pPr>
            <a:r>
              <a:rPr dirty="0" sz="650" spc="-50" b="1">
                <a:solidFill>
                  <a:srgbClr val="FFFFFF"/>
                </a:solidFill>
                <a:latin typeface="Arial"/>
                <a:cs typeface="Arial"/>
              </a:rPr>
              <a:t>5</a:t>
            </a:r>
            <a:r>
              <a:rPr dirty="0" sz="650" b="1">
                <a:solidFill>
                  <a:srgbClr val="FFFFFF"/>
                </a:solidFill>
                <a:latin typeface="Arial"/>
                <a:cs typeface="Arial"/>
              </a:rPr>
              <a:t>	</a:t>
            </a:r>
            <a:r>
              <a:rPr dirty="0" sz="950">
                <a:solidFill>
                  <a:srgbClr val="131318"/>
                </a:solidFill>
                <a:latin typeface="Arial"/>
                <a:cs typeface="Arial"/>
                <a:hlinkClick r:id="rId6" action="ppaction://hlinksldjump"/>
              </a:rPr>
              <a:t>System</a:t>
            </a:r>
            <a:r>
              <a:rPr dirty="0" sz="950" spc="-40">
                <a:solidFill>
                  <a:srgbClr val="131318"/>
                </a:solidFill>
                <a:latin typeface="Arial"/>
                <a:cs typeface="Arial"/>
                <a:hlinkClick r:id="rId6" action="ppaction://hlinksldjump"/>
              </a:rPr>
              <a:t> </a:t>
            </a:r>
            <a:r>
              <a:rPr dirty="0" sz="950" spc="-10">
                <a:solidFill>
                  <a:srgbClr val="131318"/>
                </a:solidFill>
                <a:latin typeface="Arial"/>
                <a:cs typeface="Arial"/>
                <a:hlinkClick r:id="rId6" action="ppaction://hlinksldjump"/>
              </a:rPr>
              <a:t>Architecture</a:t>
            </a:r>
            <a:endParaRPr sz="950">
              <a:latin typeface="Arial"/>
              <a:cs typeface="Arial"/>
            </a:endParaRPr>
          </a:p>
          <a:p>
            <a:pPr marL="35560">
              <a:lnSpc>
                <a:spcPct val="100000"/>
              </a:lnSpc>
              <a:spcBef>
                <a:spcPts val="215"/>
              </a:spcBef>
              <a:tabLst>
                <a:tab pos="289560" algn="l"/>
              </a:tabLst>
            </a:pPr>
            <a:r>
              <a:rPr dirty="0" sz="650" spc="-50" b="1">
                <a:solidFill>
                  <a:srgbClr val="FFFFFF"/>
                </a:solidFill>
                <a:latin typeface="Arial"/>
                <a:cs typeface="Arial"/>
              </a:rPr>
              <a:t>6</a:t>
            </a:r>
            <a:r>
              <a:rPr dirty="0" sz="650" b="1">
                <a:solidFill>
                  <a:srgbClr val="FFFFFF"/>
                </a:solidFill>
                <a:latin typeface="Arial"/>
                <a:cs typeface="Arial"/>
              </a:rPr>
              <a:t>	</a:t>
            </a:r>
            <a:r>
              <a:rPr dirty="0" sz="950" spc="-10">
                <a:solidFill>
                  <a:srgbClr val="131318"/>
                </a:solidFill>
                <a:latin typeface="Arial"/>
                <a:cs typeface="Arial"/>
                <a:hlinkClick r:id="rId7" action="ppaction://hlinksldjump"/>
              </a:rPr>
              <a:t>Methodology</a:t>
            </a:r>
            <a:endParaRPr sz="950">
              <a:latin typeface="Arial"/>
              <a:cs typeface="Arial"/>
            </a:endParaRPr>
          </a:p>
          <a:p>
            <a:pPr marL="35560">
              <a:lnSpc>
                <a:spcPct val="100000"/>
              </a:lnSpc>
              <a:spcBef>
                <a:spcPts val="219"/>
              </a:spcBef>
              <a:tabLst>
                <a:tab pos="289560" algn="l"/>
              </a:tabLst>
            </a:pPr>
            <a:r>
              <a:rPr dirty="0" sz="650" spc="-50" b="1">
                <a:solidFill>
                  <a:srgbClr val="FFFFFF"/>
                </a:solidFill>
                <a:latin typeface="Arial"/>
                <a:cs typeface="Arial"/>
              </a:rPr>
              <a:t>7</a:t>
            </a:r>
            <a:r>
              <a:rPr dirty="0" sz="650" b="1">
                <a:solidFill>
                  <a:srgbClr val="FFFFFF"/>
                </a:solidFill>
                <a:latin typeface="Arial"/>
                <a:cs typeface="Arial"/>
              </a:rPr>
              <a:t>	</a:t>
            </a:r>
            <a:r>
              <a:rPr dirty="0" sz="950">
                <a:solidFill>
                  <a:srgbClr val="131318"/>
                </a:solidFill>
                <a:latin typeface="Arial"/>
                <a:cs typeface="Arial"/>
                <a:hlinkClick r:id="rId8" action="ppaction://hlinksldjump"/>
              </a:rPr>
              <a:t>Functional</a:t>
            </a:r>
            <a:r>
              <a:rPr dirty="0" sz="950" spc="-15">
                <a:solidFill>
                  <a:srgbClr val="131318"/>
                </a:solidFill>
                <a:latin typeface="Arial"/>
                <a:cs typeface="Arial"/>
                <a:hlinkClick r:id="rId8" action="ppaction://hlinksldjump"/>
              </a:rPr>
              <a:t> </a:t>
            </a:r>
            <a:r>
              <a:rPr dirty="0" sz="950" spc="-10">
                <a:solidFill>
                  <a:srgbClr val="131318"/>
                </a:solidFill>
                <a:latin typeface="Arial"/>
                <a:cs typeface="Arial"/>
                <a:hlinkClick r:id="rId8" action="ppaction://hlinksldjump"/>
              </a:rPr>
              <a:t>Requirements</a:t>
            </a:r>
            <a:endParaRPr sz="950">
              <a:latin typeface="Arial"/>
              <a:cs typeface="Arial"/>
            </a:endParaRPr>
          </a:p>
          <a:p>
            <a:pPr marL="35560">
              <a:lnSpc>
                <a:spcPct val="100000"/>
              </a:lnSpc>
              <a:spcBef>
                <a:spcPts val="215"/>
              </a:spcBef>
              <a:tabLst>
                <a:tab pos="289560" algn="l"/>
              </a:tabLst>
            </a:pPr>
            <a:r>
              <a:rPr dirty="0" sz="650" spc="-50" b="1">
                <a:solidFill>
                  <a:srgbClr val="FFFFFF"/>
                </a:solidFill>
                <a:latin typeface="Arial"/>
                <a:cs typeface="Arial"/>
              </a:rPr>
              <a:t>8</a:t>
            </a:r>
            <a:r>
              <a:rPr dirty="0" sz="650" b="1">
                <a:solidFill>
                  <a:srgbClr val="FFFFFF"/>
                </a:solidFill>
                <a:latin typeface="Arial"/>
                <a:cs typeface="Arial"/>
              </a:rPr>
              <a:t>	</a:t>
            </a:r>
            <a:r>
              <a:rPr dirty="0" sz="950">
                <a:solidFill>
                  <a:srgbClr val="131318"/>
                </a:solidFill>
                <a:latin typeface="Arial"/>
                <a:cs typeface="Arial"/>
                <a:hlinkClick r:id="rId9" action="ppaction://hlinksldjump"/>
              </a:rPr>
              <a:t>Non-Functional</a:t>
            </a:r>
            <a:r>
              <a:rPr dirty="0" sz="950" spc="-5">
                <a:solidFill>
                  <a:srgbClr val="131318"/>
                </a:solidFill>
                <a:latin typeface="Arial"/>
                <a:cs typeface="Arial"/>
                <a:hlinkClick r:id="rId9" action="ppaction://hlinksldjump"/>
              </a:rPr>
              <a:t> </a:t>
            </a:r>
            <a:r>
              <a:rPr dirty="0" sz="950" spc="-10">
                <a:solidFill>
                  <a:srgbClr val="131318"/>
                </a:solidFill>
                <a:latin typeface="Arial"/>
                <a:cs typeface="Arial"/>
                <a:hlinkClick r:id="rId9" action="ppaction://hlinksldjump"/>
              </a:rPr>
              <a:t>Requirements</a:t>
            </a:r>
            <a:endParaRPr sz="950">
              <a:latin typeface="Arial"/>
              <a:cs typeface="Arial"/>
            </a:endParaRPr>
          </a:p>
          <a:p>
            <a:pPr marL="35560">
              <a:lnSpc>
                <a:spcPct val="100000"/>
              </a:lnSpc>
              <a:spcBef>
                <a:spcPts val="215"/>
              </a:spcBef>
              <a:tabLst>
                <a:tab pos="289560" algn="l"/>
              </a:tabLst>
            </a:pPr>
            <a:r>
              <a:rPr dirty="0" sz="650" spc="-50" b="1">
                <a:solidFill>
                  <a:srgbClr val="FFFFFF"/>
                </a:solidFill>
                <a:latin typeface="Arial"/>
                <a:cs typeface="Arial"/>
              </a:rPr>
              <a:t>9</a:t>
            </a:r>
            <a:r>
              <a:rPr dirty="0" sz="650" b="1">
                <a:solidFill>
                  <a:srgbClr val="FFFFFF"/>
                </a:solidFill>
                <a:latin typeface="Arial"/>
                <a:cs typeface="Arial"/>
              </a:rPr>
              <a:t>	</a:t>
            </a:r>
            <a:r>
              <a:rPr dirty="0" sz="950">
                <a:solidFill>
                  <a:srgbClr val="131318"/>
                </a:solidFill>
                <a:latin typeface="Arial"/>
                <a:cs typeface="Arial"/>
                <a:hlinkClick r:id="rId10" action="ppaction://hlinksldjump"/>
              </a:rPr>
              <a:t>Hardware</a:t>
            </a:r>
            <a:r>
              <a:rPr dirty="0" sz="950" spc="-50">
                <a:solidFill>
                  <a:srgbClr val="131318"/>
                </a:solidFill>
                <a:latin typeface="Arial"/>
                <a:cs typeface="Arial"/>
                <a:hlinkClick r:id="rId10" action="ppaction://hlinksldjump"/>
              </a:rPr>
              <a:t> </a:t>
            </a:r>
            <a:r>
              <a:rPr dirty="0" sz="950" spc="-10">
                <a:solidFill>
                  <a:srgbClr val="131318"/>
                </a:solidFill>
                <a:latin typeface="Arial"/>
                <a:cs typeface="Arial"/>
                <a:hlinkClick r:id="rId10" action="ppaction://hlinksldjump"/>
              </a:rPr>
              <a:t>Requirements</a:t>
            </a:r>
            <a:endParaRPr sz="9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20"/>
              </a:spcBef>
              <a:tabLst>
                <a:tab pos="289560" algn="l"/>
              </a:tabLst>
            </a:pPr>
            <a:r>
              <a:rPr dirty="0" sz="650" spc="-25" b="1">
                <a:solidFill>
                  <a:srgbClr val="FFFFFF"/>
                </a:solidFill>
                <a:latin typeface="Arial"/>
                <a:cs typeface="Arial"/>
              </a:rPr>
              <a:t>10</a:t>
            </a:r>
            <a:r>
              <a:rPr dirty="0" sz="650" b="1">
                <a:solidFill>
                  <a:srgbClr val="FFFFFF"/>
                </a:solidFill>
                <a:latin typeface="Arial"/>
                <a:cs typeface="Arial"/>
              </a:rPr>
              <a:t>	</a:t>
            </a:r>
            <a:r>
              <a:rPr dirty="0" sz="950">
                <a:solidFill>
                  <a:srgbClr val="131318"/>
                </a:solidFill>
                <a:latin typeface="Arial"/>
                <a:cs typeface="Arial"/>
                <a:hlinkClick r:id="rId11" action="ppaction://hlinksldjump"/>
              </a:rPr>
              <a:t>Software</a:t>
            </a:r>
            <a:r>
              <a:rPr dirty="0" sz="950" spc="-45">
                <a:solidFill>
                  <a:srgbClr val="131318"/>
                </a:solidFill>
                <a:latin typeface="Arial"/>
                <a:cs typeface="Arial"/>
                <a:hlinkClick r:id="rId11" action="ppaction://hlinksldjump"/>
              </a:rPr>
              <a:t> </a:t>
            </a:r>
            <a:r>
              <a:rPr dirty="0" sz="950" spc="-10">
                <a:solidFill>
                  <a:srgbClr val="131318"/>
                </a:solidFill>
                <a:latin typeface="Arial"/>
                <a:cs typeface="Arial"/>
                <a:hlinkClick r:id="rId11" action="ppaction://hlinksldjump"/>
              </a:rPr>
              <a:t>Requirements</a:t>
            </a:r>
            <a:endParaRPr sz="9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15"/>
              </a:spcBef>
              <a:tabLst>
                <a:tab pos="289560" algn="l"/>
              </a:tabLst>
            </a:pPr>
            <a:r>
              <a:rPr dirty="0" sz="650" spc="-25" b="1">
                <a:solidFill>
                  <a:srgbClr val="FFFFFF"/>
                </a:solidFill>
                <a:latin typeface="Arial"/>
                <a:cs typeface="Arial"/>
              </a:rPr>
              <a:t>11</a:t>
            </a:r>
            <a:r>
              <a:rPr dirty="0" sz="650" b="1">
                <a:solidFill>
                  <a:srgbClr val="FFFFFF"/>
                </a:solidFill>
                <a:latin typeface="Arial"/>
                <a:cs typeface="Arial"/>
              </a:rPr>
              <a:t>	</a:t>
            </a:r>
            <a:r>
              <a:rPr dirty="0" sz="950" spc="-10">
                <a:solidFill>
                  <a:srgbClr val="131318"/>
                </a:solidFill>
                <a:latin typeface="Arial"/>
                <a:cs typeface="Arial"/>
                <a:hlinkClick r:id="rId12" action="ppaction://hlinksldjump"/>
              </a:rPr>
              <a:t>Result</a:t>
            </a:r>
            <a:endParaRPr sz="9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15"/>
              </a:spcBef>
              <a:tabLst>
                <a:tab pos="289560" algn="l"/>
              </a:tabLst>
            </a:pPr>
            <a:r>
              <a:rPr dirty="0" sz="650" spc="-25" b="1">
                <a:solidFill>
                  <a:srgbClr val="FFFFFF"/>
                </a:solidFill>
                <a:latin typeface="Arial"/>
                <a:cs typeface="Arial"/>
              </a:rPr>
              <a:t>12</a:t>
            </a:r>
            <a:r>
              <a:rPr dirty="0" sz="650" b="1">
                <a:solidFill>
                  <a:srgbClr val="FFFFFF"/>
                </a:solidFill>
                <a:latin typeface="Arial"/>
                <a:cs typeface="Arial"/>
              </a:rPr>
              <a:t>	</a:t>
            </a:r>
            <a:r>
              <a:rPr dirty="0" sz="950" spc="-10">
                <a:solidFill>
                  <a:srgbClr val="131318"/>
                </a:solidFill>
                <a:latin typeface="Arial"/>
                <a:cs typeface="Arial"/>
                <a:hlinkClick r:id="rId13" action="ppaction://hlinksldjump"/>
              </a:rPr>
              <a:t>Conclusion</a:t>
            </a:r>
            <a:endParaRPr sz="9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20"/>
              </a:spcBef>
              <a:tabLst>
                <a:tab pos="289560" algn="l"/>
              </a:tabLst>
            </a:pPr>
            <a:r>
              <a:rPr dirty="0" sz="650" spc="-25" b="1">
                <a:solidFill>
                  <a:srgbClr val="FFFFFF"/>
                </a:solidFill>
                <a:latin typeface="Arial"/>
                <a:cs typeface="Arial"/>
              </a:rPr>
              <a:t>13</a:t>
            </a:r>
            <a:r>
              <a:rPr dirty="0" sz="650" b="1">
                <a:solidFill>
                  <a:srgbClr val="FFFFFF"/>
                </a:solidFill>
                <a:latin typeface="Arial"/>
                <a:cs typeface="Arial"/>
              </a:rPr>
              <a:t>	</a:t>
            </a:r>
            <a:r>
              <a:rPr dirty="0" sz="950">
                <a:solidFill>
                  <a:srgbClr val="131318"/>
                </a:solidFill>
                <a:latin typeface="Arial"/>
                <a:cs typeface="Arial"/>
                <a:hlinkClick r:id="rId14" action="ppaction://hlinksldjump"/>
              </a:rPr>
              <a:t>Future</a:t>
            </a:r>
            <a:r>
              <a:rPr dirty="0" sz="950" spc="-5">
                <a:solidFill>
                  <a:srgbClr val="131318"/>
                </a:solidFill>
                <a:latin typeface="Arial"/>
                <a:cs typeface="Arial"/>
                <a:hlinkClick r:id="rId14" action="ppaction://hlinksldjump"/>
              </a:rPr>
              <a:t> </a:t>
            </a:r>
            <a:r>
              <a:rPr dirty="0" sz="950" spc="-10">
                <a:solidFill>
                  <a:srgbClr val="131318"/>
                </a:solidFill>
                <a:latin typeface="Arial"/>
                <a:cs typeface="Arial"/>
                <a:hlinkClick r:id="rId14" action="ppaction://hlinksldjump"/>
              </a:rPr>
              <a:t>Scope</a:t>
            </a:r>
            <a:endParaRPr sz="9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15"/>
              </a:spcBef>
              <a:tabLst>
                <a:tab pos="289560" algn="l"/>
              </a:tabLst>
            </a:pPr>
            <a:r>
              <a:rPr dirty="0" sz="650" spc="-25" b="1">
                <a:solidFill>
                  <a:srgbClr val="FFFFFF"/>
                </a:solidFill>
                <a:latin typeface="Arial"/>
                <a:cs typeface="Arial"/>
              </a:rPr>
              <a:t>14</a:t>
            </a:r>
            <a:r>
              <a:rPr dirty="0" sz="650" b="1">
                <a:solidFill>
                  <a:srgbClr val="FFFFFF"/>
                </a:solidFill>
                <a:latin typeface="Arial"/>
                <a:cs typeface="Arial"/>
              </a:rPr>
              <a:t>	</a:t>
            </a:r>
            <a:r>
              <a:rPr dirty="0" sz="950" spc="-10">
                <a:solidFill>
                  <a:srgbClr val="131318"/>
                </a:solidFill>
                <a:latin typeface="Arial"/>
                <a:cs typeface="Arial"/>
                <a:hlinkClick r:id="rId15" action="ppaction://hlinksldjump"/>
              </a:rPr>
              <a:t>References</a:t>
            </a:r>
            <a:endParaRPr sz="950">
              <a:latin typeface="Arial"/>
              <a:cs typeface="Arial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8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pc="-10"/>
              <a:t>Introduction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5303520" y="217041"/>
            <a:ext cx="217170" cy="126364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650">
                <a:solidFill>
                  <a:srgbClr val="787D86"/>
                </a:solidFill>
                <a:latin typeface="Arial"/>
                <a:cs typeface="Arial"/>
              </a:rPr>
              <a:t>2</a:t>
            </a:r>
            <a:r>
              <a:rPr dirty="0" sz="650" spc="-65">
                <a:solidFill>
                  <a:srgbClr val="787D86"/>
                </a:solidFill>
                <a:latin typeface="Arial"/>
                <a:cs typeface="Arial"/>
              </a:rPr>
              <a:t> </a:t>
            </a:r>
            <a:r>
              <a:rPr dirty="0" sz="650">
                <a:solidFill>
                  <a:srgbClr val="787D86"/>
                </a:solidFill>
                <a:latin typeface="Arial"/>
                <a:cs typeface="Arial"/>
              </a:rPr>
              <a:t>/</a:t>
            </a:r>
            <a:r>
              <a:rPr dirty="0" sz="650" spc="-70">
                <a:solidFill>
                  <a:srgbClr val="787D86"/>
                </a:solidFill>
                <a:latin typeface="Arial"/>
                <a:cs typeface="Arial"/>
              </a:rPr>
              <a:t> </a:t>
            </a:r>
            <a:r>
              <a:rPr dirty="0" sz="650" spc="-25">
                <a:solidFill>
                  <a:srgbClr val="787D86"/>
                </a:solidFill>
                <a:latin typeface="Arial"/>
                <a:cs typeface="Arial"/>
              </a:rPr>
              <a:t>24</a:t>
            </a:r>
            <a:endParaRPr sz="650">
              <a:latin typeface="Arial"/>
              <a:cs typeface="Arial"/>
            </a:endParaRPr>
          </a:p>
        </p:txBody>
      </p:sp>
      <p:grpSp>
        <p:nvGrpSpPr>
          <p:cNvPr id="2" name="object 2"/>
          <p:cNvGrpSpPr/>
          <p:nvPr/>
        </p:nvGrpSpPr>
        <p:grpSpPr>
          <a:xfrm>
            <a:off x="0" y="948969"/>
            <a:ext cx="1146175" cy="112395"/>
            <a:chOff x="0" y="948969"/>
            <a:chExt cx="1146175" cy="112395"/>
          </a:xfrm>
        </p:grpSpPr>
        <p:sp>
          <p:nvSpPr>
            <p:cNvPr id="3" name="object 3"/>
            <p:cNvSpPr/>
            <p:nvPr/>
          </p:nvSpPr>
          <p:spPr>
            <a:xfrm>
              <a:off x="0" y="948969"/>
              <a:ext cx="20320" cy="112395"/>
            </a:xfrm>
            <a:custGeom>
              <a:avLst/>
              <a:gdLst/>
              <a:ahLst/>
              <a:cxnLst/>
              <a:rect l="l" t="t" r="r" b="b"/>
              <a:pathLst>
                <a:path w="20320" h="112394">
                  <a:moveTo>
                    <a:pt x="20243" y="0"/>
                  </a:moveTo>
                  <a:lnTo>
                    <a:pt x="0" y="0"/>
                  </a:lnTo>
                  <a:lnTo>
                    <a:pt x="0" y="112153"/>
                  </a:lnTo>
                  <a:lnTo>
                    <a:pt x="20243" y="112153"/>
                  </a:lnTo>
                  <a:lnTo>
                    <a:pt x="20243" y="0"/>
                  </a:lnTo>
                  <a:close/>
                </a:path>
              </a:pathLst>
            </a:custGeom>
            <a:solidFill>
              <a:srgbClr val="0B4CB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20243" y="948969"/>
              <a:ext cx="1125855" cy="112395"/>
            </a:xfrm>
            <a:custGeom>
              <a:avLst/>
              <a:gdLst/>
              <a:ahLst/>
              <a:cxnLst/>
              <a:rect l="l" t="t" r="r" b="b"/>
              <a:pathLst>
                <a:path w="1125855" h="112394">
                  <a:moveTo>
                    <a:pt x="1125423" y="0"/>
                  </a:moveTo>
                  <a:lnTo>
                    <a:pt x="0" y="0"/>
                  </a:lnTo>
                  <a:lnTo>
                    <a:pt x="0" y="112153"/>
                  </a:lnTo>
                  <a:lnTo>
                    <a:pt x="1125423" y="112153"/>
                  </a:lnTo>
                  <a:lnTo>
                    <a:pt x="1125423" y="0"/>
                  </a:lnTo>
                  <a:close/>
                </a:path>
              </a:pathLst>
            </a:custGeom>
            <a:solidFill>
              <a:srgbClr val="DCE5F7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/>
          <p:cNvSpPr txBox="1"/>
          <p:nvPr/>
        </p:nvSpPr>
        <p:spPr>
          <a:xfrm>
            <a:off x="20243" y="943940"/>
            <a:ext cx="1125855" cy="11493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28575">
              <a:lnSpc>
                <a:spcPct val="100000"/>
              </a:lnSpc>
              <a:spcBef>
                <a:spcPts val="135"/>
              </a:spcBef>
            </a:pPr>
            <a:r>
              <a:rPr dirty="0" sz="550" spc="-10">
                <a:solidFill>
                  <a:srgbClr val="0B4CB2"/>
                </a:solidFill>
                <a:latin typeface="Arial"/>
                <a:cs typeface="Arial"/>
                <a:hlinkClick r:id="rId2" action="ppaction://hlinksldjump"/>
              </a:rPr>
              <a:t>Introduction</a:t>
            </a:r>
            <a:endParaRPr sz="550">
              <a:latin typeface="Arial"/>
              <a:cs typeface="Arial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4900"/>
              </a:lnSpc>
              <a:spcBef>
                <a:spcPts val="100"/>
              </a:spcBef>
            </a:pPr>
            <a:r>
              <a:rPr dirty="0"/>
              <a:t>A</a:t>
            </a:r>
            <a:r>
              <a:rPr dirty="0" spc="-15"/>
              <a:t> </a:t>
            </a:r>
            <a:r>
              <a:rPr dirty="0"/>
              <a:t>Letter</a:t>
            </a:r>
            <a:r>
              <a:rPr dirty="0" spc="-10"/>
              <a:t> </a:t>
            </a:r>
            <a:r>
              <a:rPr dirty="0"/>
              <a:t>of</a:t>
            </a:r>
            <a:r>
              <a:rPr dirty="0" spc="-15"/>
              <a:t> </a:t>
            </a:r>
            <a:r>
              <a:rPr dirty="0"/>
              <a:t>Credit</a:t>
            </a:r>
            <a:r>
              <a:rPr dirty="0" spc="-10"/>
              <a:t> </a:t>
            </a:r>
            <a:r>
              <a:rPr dirty="0"/>
              <a:t>(LC)</a:t>
            </a:r>
            <a:r>
              <a:rPr dirty="0" spc="-10"/>
              <a:t> </a:t>
            </a:r>
            <a:r>
              <a:rPr dirty="0"/>
              <a:t>supports</a:t>
            </a:r>
            <a:r>
              <a:rPr dirty="0" spc="-15"/>
              <a:t> </a:t>
            </a:r>
            <a:r>
              <a:rPr dirty="0"/>
              <a:t>international</a:t>
            </a:r>
            <a:r>
              <a:rPr dirty="0" spc="-10"/>
              <a:t> </a:t>
            </a:r>
            <a:r>
              <a:rPr dirty="0"/>
              <a:t>trade</a:t>
            </a:r>
            <a:r>
              <a:rPr dirty="0" spc="-10"/>
              <a:t> </a:t>
            </a:r>
            <a:r>
              <a:rPr dirty="0"/>
              <a:t>by</a:t>
            </a:r>
            <a:r>
              <a:rPr dirty="0" spc="-15"/>
              <a:t> </a:t>
            </a:r>
            <a:r>
              <a:rPr dirty="0"/>
              <a:t>linking</a:t>
            </a:r>
            <a:r>
              <a:rPr dirty="0" spc="-10"/>
              <a:t> </a:t>
            </a:r>
            <a:r>
              <a:rPr dirty="0"/>
              <a:t>payment</a:t>
            </a:r>
            <a:r>
              <a:rPr dirty="0" spc="-15"/>
              <a:t> </a:t>
            </a:r>
            <a:r>
              <a:rPr dirty="0" spc="-25"/>
              <a:t>to </a:t>
            </a:r>
            <a:r>
              <a:rPr dirty="0"/>
              <a:t>agreed</a:t>
            </a:r>
            <a:r>
              <a:rPr dirty="0" spc="-35"/>
              <a:t> </a:t>
            </a:r>
            <a:r>
              <a:rPr dirty="0"/>
              <a:t>trade</a:t>
            </a:r>
            <a:r>
              <a:rPr dirty="0" spc="-30"/>
              <a:t> </a:t>
            </a:r>
            <a:r>
              <a:rPr dirty="0"/>
              <a:t>conditions,</a:t>
            </a:r>
            <a:r>
              <a:rPr dirty="0" spc="-30"/>
              <a:t> </a:t>
            </a:r>
            <a:r>
              <a:rPr dirty="0"/>
              <a:t>but</a:t>
            </a:r>
            <a:r>
              <a:rPr dirty="0" spc="-35"/>
              <a:t> </a:t>
            </a:r>
            <a:r>
              <a:rPr dirty="0"/>
              <a:t>conventional</a:t>
            </a:r>
            <a:r>
              <a:rPr dirty="0" spc="-30"/>
              <a:t> </a:t>
            </a:r>
            <a:r>
              <a:rPr dirty="0"/>
              <a:t>workflows</a:t>
            </a:r>
            <a:r>
              <a:rPr dirty="0" spc="-30"/>
              <a:t> </a:t>
            </a:r>
            <a:r>
              <a:rPr dirty="0"/>
              <a:t>rely</a:t>
            </a:r>
            <a:r>
              <a:rPr dirty="0" spc="-30"/>
              <a:t> </a:t>
            </a:r>
            <a:r>
              <a:rPr dirty="0"/>
              <a:t>on</a:t>
            </a:r>
            <a:r>
              <a:rPr dirty="0" spc="-35"/>
              <a:t> </a:t>
            </a:r>
            <a:r>
              <a:rPr dirty="0" spc="-10"/>
              <a:t>intermediaries </a:t>
            </a:r>
            <a:r>
              <a:rPr dirty="0"/>
              <a:t>and</a:t>
            </a:r>
            <a:r>
              <a:rPr dirty="0" spc="-15"/>
              <a:t> </a:t>
            </a:r>
            <a:r>
              <a:rPr dirty="0"/>
              <a:t>fragmented</a:t>
            </a:r>
            <a:r>
              <a:rPr dirty="0" spc="-10"/>
              <a:t> </a:t>
            </a:r>
            <a:r>
              <a:rPr dirty="0"/>
              <a:t>information.</a:t>
            </a:r>
            <a:r>
              <a:rPr dirty="0" spc="55"/>
              <a:t> </a:t>
            </a:r>
            <a:r>
              <a:rPr dirty="0" spc="-20"/>
              <a:t>TrustLC</a:t>
            </a:r>
            <a:r>
              <a:rPr dirty="0" spc="-10"/>
              <a:t> </a:t>
            </a:r>
            <a:r>
              <a:rPr dirty="0"/>
              <a:t>explores</a:t>
            </a:r>
            <a:r>
              <a:rPr dirty="0" spc="-15"/>
              <a:t> </a:t>
            </a:r>
            <a:r>
              <a:rPr dirty="0"/>
              <a:t>a</a:t>
            </a:r>
            <a:r>
              <a:rPr dirty="0" spc="-10"/>
              <a:t> trust-</a:t>
            </a:r>
            <a:r>
              <a:rPr dirty="0"/>
              <a:t>minimized</a:t>
            </a:r>
            <a:r>
              <a:rPr dirty="0" spc="-10"/>
              <a:t> alternative </a:t>
            </a:r>
            <a:r>
              <a:rPr dirty="0"/>
              <a:t>in</a:t>
            </a:r>
            <a:r>
              <a:rPr dirty="0" spc="-15"/>
              <a:t> </a:t>
            </a:r>
            <a:r>
              <a:rPr dirty="0"/>
              <a:t>which</a:t>
            </a:r>
            <a:r>
              <a:rPr dirty="0" spc="-15"/>
              <a:t> </a:t>
            </a:r>
            <a:r>
              <a:rPr dirty="0"/>
              <a:t>an</a:t>
            </a:r>
            <a:r>
              <a:rPr dirty="0" spc="-15"/>
              <a:t> </a:t>
            </a:r>
            <a:r>
              <a:rPr dirty="0"/>
              <a:t>on-chain</a:t>
            </a:r>
            <a:r>
              <a:rPr dirty="0" spc="-15"/>
              <a:t> </a:t>
            </a:r>
            <a:r>
              <a:rPr dirty="0"/>
              <a:t>escrow</a:t>
            </a:r>
            <a:r>
              <a:rPr dirty="0" spc="-15"/>
              <a:t> </a:t>
            </a:r>
            <a:r>
              <a:rPr dirty="0"/>
              <a:t>enforces</a:t>
            </a:r>
            <a:r>
              <a:rPr dirty="0" spc="-10"/>
              <a:t> </a:t>
            </a:r>
            <a:r>
              <a:rPr dirty="0"/>
              <a:t>deal</a:t>
            </a:r>
            <a:r>
              <a:rPr dirty="0" spc="-15"/>
              <a:t> </a:t>
            </a:r>
            <a:r>
              <a:rPr dirty="0"/>
              <a:t>rules</a:t>
            </a:r>
            <a:r>
              <a:rPr dirty="0" spc="-15"/>
              <a:t> </a:t>
            </a:r>
            <a:r>
              <a:rPr dirty="0"/>
              <a:t>and</a:t>
            </a:r>
            <a:r>
              <a:rPr dirty="0" spc="-15"/>
              <a:t> </a:t>
            </a:r>
            <a:r>
              <a:rPr dirty="0"/>
              <a:t>independent</a:t>
            </a:r>
            <a:r>
              <a:rPr dirty="0" spc="-15"/>
              <a:t> </a:t>
            </a:r>
            <a:r>
              <a:rPr dirty="0" spc="-10"/>
              <a:t>attestors </a:t>
            </a:r>
            <a:r>
              <a:rPr dirty="0"/>
              <a:t>report</a:t>
            </a:r>
            <a:r>
              <a:rPr dirty="0" spc="-10"/>
              <a:t> </a:t>
            </a:r>
            <a:r>
              <a:rPr dirty="0"/>
              <a:t>shipment</a:t>
            </a:r>
            <a:r>
              <a:rPr dirty="0" spc="-5"/>
              <a:t> </a:t>
            </a:r>
            <a:r>
              <a:rPr dirty="0"/>
              <a:t>and</a:t>
            </a:r>
            <a:r>
              <a:rPr dirty="0" spc="-5"/>
              <a:t> </a:t>
            </a:r>
            <a:r>
              <a:rPr dirty="0"/>
              <a:t>customs</a:t>
            </a:r>
            <a:r>
              <a:rPr dirty="0" spc="-5"/>
              <a:t> </a:t>
            </a:r>
            <a:r>
              <a:rPr dirty="0" spc="-10"/>
              <a:t>milestones.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36639" y="1034396"/>
            <a:ext cx="1015365" cy="1779905"/>
          </a:xfrm>
          <a:prstGeom prst="rect">
            <a:avLst/>
          </a:prstGeom>
        </p:spPr>
        <p:txBody>
          <a:bodyPr wrap="square" lIns="0" tIns="10795" rIns="0" bIns="0" rtlCol="0" vert="horz">
            <a:spAutoFit/>
          </a:bodyPr>
          <a:lstStyle/>
          <a:p>
            <a:pPr marL="12700" marR="358140">
              <a:lnSpc>
                <a:spcPct val="150300"/>
              </a:lnSpc>
              <a:spcBef>
                <a:spcPts val="85"/>
              </a:spcBef>
            </a:pPr>
            <a:r>
              <a:rPr dirty="0" sz="550">
                <a:solidFill>
                  <a:srgbClr val="585B66"/>
                </a:solidFill>
                <a:latin typeface="Arial"/>
                <a:cs typeface="Arial"/>
                <a:hlinkClick r:id="rId3" action="ppaction://hlinksldjump"/>
              </a:rPr>
              <a:t>Problem</a:t>
            </a:r>
            <a:r>
              <a:rPr dirty="0" sz="550" spc="125">
                <a:solidFill>
                  <a:srgbClr val="585B66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dirty="0" sz="550" spc="-10">
                <a:solidFill>
                  <a:srgbClr val="585B66"/>
                </a:solidFill>
                <a:latin typeface="Arial"/>
                <a:cs typeface="Arial"/>
                <a:hlinkClick r:id="rId3" action="ppaction://hlinksldjump"/>
              </a:rPr>
              <a:t>Statement</a:t>
            </a:r>
            <a:r>
              <a:rPr dirty="0" sz="550" spc="500">
                <a:solidFill>
                  <a:srgbClr val="585B66"/>
                </a:solidFill>
                <a:latin typeface="Arial"/>
                <a:cs typeface="Arial"/>
              </a:rPr>
              <a:t> </a:t>
            </a:r>
            <a:r>
              <a:rPr dirty="0" sz="550" spc="10">
                <a:solidFill>
                  <a:srgbClr val="585B66"/>
                </a:solidFill>
                <a:latin typeface="Arial"/>
                <a:cs typeface="Arial"/>
                <a:hlinkClick r:id="rId4" action="ppaction://hlinksldjump"/>
              </a:rPr>
              <a:t>Literature</a:t>
            </a:r>
            <a:r>
              <a:rPr dirty="0" sz="550" spc="70">
                <a:solidFill>
                  <a:srgbClr val="585B66"/>
                </a:solidFill>
                <a:latin typeface="Arial"/>
                <a:cs typeface="Arial"/>
                <a:hlinkClick r:id="rId4" action="ppaction://hlinksldjump"/>
              </a:rPr>
              <a:t> </a:t>
            </a:r>
            <a:r>
              <a:rPr dirty="0" sz="550" spc="-10">
                <a:solidFill>
                  <a:srgbClr val="585B66"/>
                </a:solidFill>
                <a:latin typeface="Arial"/>
                <a:cs typeface="Arial"/>
                <a:hlinkClick r:id="rId4" action="ppaction://hlinksldjump"/>
              </a:rPr>
              <a:t>Review</a:t>
            </a:r>
            <a:r>
              <a:rPr dirty="0" sz="550" spc="500">
                <a:solidFill>
                  <a:srgbClr val="585B66"/>
                </a:solidFill>
                <a:latin typeface="Arial"/>
                <a:cs typeface="Arial"/>
              </a:rPr>
              <a:t> </a:t>
            </a:r>
            <a:r>
              <a:rPr dirty="0" sz="550" spc="10">
                <a:solidFill>
                  <a:srgbClr val="585B66"/>
                </a:solidFill>
                <a:latin typeface="Arial"/>
                <a:cs typeface="Arial"/>
                <a:hlinkClick r:id="rId5" action="ppaction://hlinksldjump"/>
              </a:rPr>
              <a:t>Proposed</a:t>
            </a:r>
            <a:r>
              <a:rPr dirty="0" sz="550" spc="114">
                <a:solidFill>
                  <a:srgbClr val="585B66"/>
                </a:solidFill>
                <a:latin typeface="Arial"/>
                <a:cs typeface="Arial"/>
                <a:hlinkClick r:id="rId5" action="ppaction://hlinksldjump"/>
              </a:rPr>
              <a:t> </a:t>
            </a:r>
            <a:r>
              <a:rPr dirty="0" sz="550" spc="-10">
                <a:solidFill>
                  <a:srgbClr val="585B66"/>
                </a:solidFill>
                <a:latin typeface="Arial"/>
                <a:cs typeface="Arial"/>
                <a:hlinkClick r:id="rId5" action="ppaction://hlinksldjump"/>
              </a:rPr>
              <a:t>Solution</a:t>
            </a:r>
            <a:endParaRPr sz="550">
              <a:latin typeface="Arial"/>
              <a:cs typeface="Arial"/>
            </a:endParaRPr>
          </a:p>
          <a:p>
            <a:pPr marL="12700" marR="327660">
              <a:lnSpc>
                <a:spcPct val="166600"/>
              </a:lnSpc>
              <a:spcBef>
                <a:spcPts val="15"/>
              </a:spcBef>
            </a:pPr>
            <a:r>
              <a:rPr dirty="0" sz="550">
                <a:solidFill>
                  <a:srgbClr val="585B66"/>
                </a:solidFill>
                <a:latin typeface="Arial"/>
                <a:cs typeface="Arial"/>
                <a:hlinkClick r:id="rId6" action="ppaction://hlinksldjump"/>
              </a:rPr>
              <a:t>System</a:t>
            </a:r>
            <a:r>
              <a:rPr dirty="0" sz="550" spc="135">
                <a:solidFill>
                  <a:srgbClr val="585B66"/>
                </a:solidFill>
                <a:latin typeface="Arial"/>
                <a:cs typeface="Arial"/>
                <a:hlinkClick r:id="rId6" action="ppaction://hlinksldjump"/>
              </a:rPr>
              <a:t> </a:t>
            </a:r>
            <a:r>
              <a:rPr dirty="0" sz="550" spc="-10">
                <a:solidFill>
                  <a:srgbClr val="585B66"/>
                </a:solidFill>
                <a:latin typeface="Arial"/>
                <a:cs typeface="Arial"/>
                <a:hlinkClick r:id="rId6" action="ppaction://hlinksldjump"/>
              </a:rPr>
              <a:t>Architecture</a:t>
            </a:r>
            <a:r>
              <a:rPr dirty="0" sz="550" spc="500">
                <a:solidFill>
                  <a:srgbClr val="585B66"/>
                </a:solidFill>
                <a:latin typeface="Arial"/>
                <a:cs typeface="Arial"/>
              </a:rPr>
              <a:t> </a:t>
            </a:r>
            <a:r>
              <a:rPr dirty="0" sz="550" spc="-10">
                <a:solidFill>
                  <a:srgbClr val="585B66"/>
                </a:solidFill>
                <a:latin typeface="Arial"/>
                <a:cs typeface="Arial"/>
                <a:hlinkClick r:id="rId7" action="ppaction://hlinksldjump"/>
              </a:rPr>
              <a:t>Methodology</a:t>
            </a:r>
            <a:endParaRPr sz="5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45"/>
              </a:spcBef>
            </a:pPr>
            <a:r>
              <a:rPr dirty="0" sz="550" spc="10">
                <a:solidFill>
                  <a:srgbClr val="585B66"/>
                </a:solidFill>
                <a:latin typeface="Arial"/>
                <a:cs typeface="Arial"/>
                <a:hlinkClick r:id="rId8" action="ppaction://hlinksldjump"/>
              </a:rPr>
              <a:t>Functional</a:t>
            </a:r>
            <a:r>
              <a:rPr dirty="0" sz="550" spc="85">
                <a:solidFill>
                  <a:srgbClr val="585B66"/>
                </a:solidFill>
                <a:latin typeface="Arial"/>
                <a:cs typeface="Arial"/>
                <a:hlinkClick r:id="rId8" action="ppaction://hlinksldjump"/>
              </a:rPr>
              <a:t> </a:t>
            </a:r>
            <a:r>
              <a:rPr dirty="0" sz="550" spc="-10">
                <a:solidFill>
                  <a:srgbClr val="585B66"/>
                </a:solidFill>
                <a:latin typeface="Arial"/>
                <a:cs typeface="Arial"/>
                <a:hlinkClick r:id="rId8" action="ppaction://hlinksldjump"/>
              </a:rPr>
              <a:t>Requirements</a:t>
            </a:r>
            <a:endParaRPr sz="550">
              <a:latin typeface="Arial"/>
              <a:cs typeface="Arial"/>
            </a:endParaRPr>
          </a:p>
          <a:p>
            <a:pPr marL="12700" marR="5080">
              <a:lnSpc>
                <a:spcPct val="166600"/>
              </a:lnSpc>
            </a:pPr>
            <a:r>
              <a:rPr dirty="0" sz="550" spc="10">
                <a:solidFill>
                  <a:srgbClr val="585B66"/>
                </a:solidFill>
                <a:latin typeface="Arial"/>
                <a:cs typeface="Arial"/>
                <a:hlinkClick r:id="rId9" action="ppaction://hlinksldjump"/>
              </a:rPr>
              <a:t>Non-Functional</a:t>
            </a:r>
            <a:r>
              <a:rPr dirty="0" sz="550" spc="125">
                <a:solidFill>
                  <a:srgbClr val="585B66"/>
                </a:solidFill>
                <a:latin typeface="Arial"/>
                <a:cs typeface="Arial"/>
                <a:hlinkClick r:id="rId9" action="ppaction://hlinksldjump"/>
              </a:rPr>
              <a:t> </a:t>
            </a:r>
            <a:r>
              <a:rPr dirty="0" sz="550" spc="-10">
                <a:solidFill>
                  <a:srgbClr val="585B66"/>
                </a:solidFill>
                <a:latin typeface="Arial"/>
                <a:cs typeface="Arial"/>
                <a:hlinkClick r:id="rId9" action="ppaction://hlinksldjump"/>
              </a:rPr>
              <a:t>Requirements</a:t>
            </a:r>
            <a:r>
              <a:rPr dirty="0" sz="550" spc="500">
                <a:solidFill>
                  <a:srgbClr val="585B66"/>
                </a:solidFill>
                <a:latin typeface="Arial"/>
                <a:cs typeface="Arial"/>
              </a:rPr>
              <a:t> </a:t>
            </a:r>
            <a:r>
              <a:rPr dirty="0" sz="550">
                <a:solidFill>
                  <a:srgbClr val="585B66"/>
                </a:solidFill>
                <a:latin typeface="Arial"/>
                <a:cs typeface="Arial"/>
                <a:hlinkClick r:id="rId10" action="ppaction://hlinksldjump"/>
              </a:rPr>
              <a:t>Hardware</a:t>
            </a:r>
            <a:r>
              <a:rPr dirty="0" sz="550" spc="150">
                <a:solidFill>
                  <a:srgbClr val="585B66"/>
                </a:solidFill>
                <a:latin typeface="Arial"/>
                <a:cs typeface="Arial"/>
                <a:hlinkClick r:id="rId10" action="ppaction://hlinksldjump"/>
              </a:rPr>
              <a:t> </a:t>
            </a:r>
            <a:r>
              <a:rPr dirty="0" sz="550" spc="-10">
                <a:solidFill>
                  <a:srgbClr val="585B66"/>
                </a:solidFill>
                <a:latin typeface="Arial"/>
                <a:cs typeface="Arial"/>
                <a:hlinkClick r:id="rId10" action="ppaction://hlinksldjump"/>
              </a:rPr>
              <a:t>Requirements</a:t>
            </a:r>
            <a:endParaRPr sz="550">
              <a:latin typeface="Arial"/>
              <a:cs typeface="Arial"/>
            </a:endParaRPr>
          </a:p>
          <a:p>
            <a:pPr marL="12700" marR="217170">
              <a:lnSpc>
                <a:spcPct val="166600"/>
              </a:lnSpc>
              <a:spcBef>
                <a:spcPts val="15"/>
              </a:spcBef>
            </a:pPr>
            <a:r>
              <a:rPr dirty="0" sz="550">
                <a:solidFill>
                  <a:srgbClr val="585B66"/>
                </a:solidFill>
                <a:latin typeface="Arial"/>
                <a:cs typeface="Arial"/>
                <a:hlinkClick r:id="rId11" action="ppaction://hlinksldjump"/>
              </a:rPr>
              <a:t>Software</a:t>
            </a:r>
            <a:r>
              <a:rPr dirty="0" sz="550" spc="150">
                <a:solidFill>
                  <a:srgbClr val="585B66"/>
                </a:solidFill>
                <a:latin typeface="Arial"/>
                <a:cs typeface="Arial"/>
                <a:hlinkClick r:id="rId11" action="ppaction://hlinksldjump"/>
              </a:rPr>
              <a:t> </a:t>
            </a:r>
            <a:r>
              <a:rPr dirty="0" sz="550" spc="-10">
                <a:solidFill>
                  <a:srgbClr val="585B66"/>
                </a:solidFill>
                <a:latin typeface="Arial"/>
                <a:cs typeface="Arial"/>
                <a:hlinkClick r:id="rId11" action="ppaction://hlinksldjump"/>
              </a:rPr>
              <a:t>Requirements</a:t>
            </a:r>
            <a:r>
              <a:rPr dirty="0" sz="550" spc="500">
                <a:solidFill>
                  <a:srgbClr val="585B66"/>
                </a:solidFill>
                <a:latin typeface="Arial"/>
                <a:cs typeface="Arial"/>
              </a:rPr>
              <a:t> </a:t>
            </a:r>
            <a:r>
              <a:rPr dirty="0" sz="550" spc="-10">
                <a:solidFill>
                  <a:srgbClr val="585B66"/>
                </a:solidFill>
                <a:latin typeface="Arial"/>
                <a:cs typeface="Arial"/>
                <a:hlinkClick r:id="rId12" action="ppaction://hlinksldjump"/>
              </a:rPr>
              <a:t>Result</a:t>
            </a:r>
            <a:endParaRPr sz="550">
              <a:latin typeface="Arial"/>
              <a:cs typeface="Arial"/>
            </a:endParaRPr>
          </a:p>
          <a:p>
            <a:pPr marL="12700" marR="547370">
              <a:lnSpc>
                <a:spcPts val="1000"/>
              </a:lnSpc>
              <a:spcBef>
                <a:spcPts val="85"/>
              </a:spcBef>
            </a:pPr>
            <a:r>
              <a:rPr dirty="0" sz="550" spc="-10">
                <a:solidFill>
                  <a:srgbClr val="585B66"/>
                </a:solidFill>
                <a:latin typeface="Arial"/>
                <a:cs typeface="Arial"/>
                <a:hlinkClick r:id="rId13" action="ppaction://hlinksldjump"/>
              </a:rPr>
              <a:t>Conclusion</a:t>
            </a:r>
            <a:r>
              <a:rPr dirty="0" sz="550" spc="500">
                <a:solidFill>
                  <a:srgbClr val="585B66"/>
                </a:solidFill>
                <a:latin typeface="Arial"/>
                <a:cs typeface="Arial"/>
              </a:rPr>
              <a:t> </a:t>
            </a:r>
            <a:r>
              <a:rPr dirty="0" sz="550">
                <a:solidFill>
                  <a:srgbClr val="585B66"/>
                </a:solidFill>
                <a:latin typeface="Arial"/>
                <a:cs typeface="Arial"/>
                <a:hlinkClick r:id="rId14" action="ppaction://hlinksldjump"/>
              </a:rPr>
              <a:t>Future</a:t>
            </a:r>
            <a:r>
              <a:rPr dirty="0" sz="550" spc="120">
                <a:solidFill>
                  <a:srgbClr val="585B66"/>
                </a:solidFill>
                <a:latin typeface="Arial"/>
                <a:cs typeface="Arial"/>
                <a:hlinkClick r:id="rId14" action="ppaction://hlinksldjump"/>
              </a:rPr>
              <a:t> </a:t>
            </a:r>
            <a:r>
              <a:rPr dirty="0" sz="550" spc="-10">
                <a:solidFill>
                  <a:srgbClr val="585B66"/>
                </a:solidFill>
                <a:latin typeface="Arial"/>
                <a:cs typeface="Arial"/>
                <a:hlinkClick r:id="rId14" action="ppaction://hlinksldjump"/>
              </a:rPr>
              <a:t>Scope</a:t>
            </a:r>
            <a:endParaRPr sz="5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65"/>
              </a:spcBef>
            </a:pPr>
            <a:r>
              <a:rPr dirty="0" sz="550" spc="-10">
                <a:solidFill>
                  <a:srgbClr val="585B66"/>
                </a:solidFill>
                <a:latin typeface="Arial"/>
                <a:cs typeface="Arial"/>
                <a:hlinkClick r:id="rId15" action="ppaction://hlinksldjump"/>
              </a:rPr>
              <a:t>References</a:t>
            </a:r>
            <a:endParaRPr sz="550">
              <a:latin typeface="Arial"/>
              <a:cs typeface="Arial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1371192" y="1605863"/>
            <a:ext cx="4187825" cy="808355"/>
            <a:chOff x="1371192" y="1605863"/>
            <a:chExt cx="4187825" cy="808355"/>
          </a:xfrm>
        </p:grpSpPr>
        <p:sp>
          <p:nvSpPr>
            <p:cNvPr id="11" name="object 11"/>
            <p:cNvSpPr/>
            <p:nvPr/>
          </p:nvSpPr>
          <p:spPr>
            <a:xfrm>
              <a:off x="1371192" y="1605863"/>
              <a:ext cx="4187825" cy="161925"/>
            </a:xfrm>
            <a:custGeom>
              <a:avLst/>
              <a:gdLst/>
              <a:ahLst/>
              <a:cxnLst/>
              <a:rect l="l" t="t" r="r" b="b"/>
              <a:pathLst>
                <a:path w="4187825" h="161925">
                  <a:moveTo>
                    <a:pt x="4136855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61302"/>
                  </a:lnTo>
                  <a:lnTo>
                    <a:pt x="4187656" y="161302"/>
                  </a:lnTo>
                  <a:lnTo>
                    <a:pt x="4187656" y="50800"/>
                  </a:lnTo>
                  <a:lnTo>
                    <a:pt x="4183647" y="31075"/>
                  </a:lnTo>
                  <a:lnTo>
                    <a:pt x="4172733" y="14922"/>
                  </a:lnTo>
                  <a:lnTo>
                    <a:pt x="4156580" y="4008"/>
                  </a:lnTo>
                  <a:lnTo>
                    <a:pt x="4136855" y="0"/>
                  </a:lnTo>
                  <a:close/>
                </a:path>
              </a:pathLst>
            </a:custGeom>
            <a:solidFill>
              <a:srgbClr val="0B4CB2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2" name="object 12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371192" y="1754517"/>
              <a:ext cx="4187656" cy="50609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1371192" y="1798794"/>
              <a:ext cx="4187825" cy="615315"/>
            </a:xfrm>
            <a:custGeom>
              <a:avLst/>
              <a:gdLst/>
              <a:ahLst/>
              <a:cxnLst/>
              <a:rect l="l" t="t" r="r" b="b"/>
              <a:pathLst>
                <a:path w="4187825" h="615314">
                  <a:moveTo>
                    <a:pt x="4187656" y="0"/>
                  </a:moveTo>
                  <a:lnTo>
                    <a:pt x="0" y="0"/>
                  </a:lnTo>
                  <a:lnTo>
                    <a:pt x="0" y="564217"/>
                  </a:lnTo>
                  <a:lnTo>
                    <a:pt x="4008" y="583942"/>
                  </a:lnTo>
                  <a:lnTo>
                    <a:pt x="14922" y="600095"/>
                  </a:lnTo>
                  <a:lnTo>
                    <a:pt x="31075" y="611009"/>
                  </a:lnTo>
                  <a:lnTo>
                    <a:pt x="50800" y="615018"/>
                  </a:lnTo>
                  <a:lnTo>
                    <a:pt x="4136855" y="615018"/>
                  </a:lnTo>
                  <a:lnTo>
                    <a:pt x="4156580" y="611009"/>
                  </a:lnTo>
                  <a:lnTo>
                    <a:pt x="4172733" y="600095"/>
                  </a:lnTo>
                  <a:lnTo>
                    <a:pt x="4183647" y="583942"/>
                  </a:lnTo>
                  <a:lnTo>
                    <a:pt x="4187656" y="564217"/>
                  </a:lnTo>
                  <a:lnTo>
                    <a:pt x="4187656" y="0"/>
                  </a:lnTo>
                  <a:close/>
                </a:path>
              </a:pathLst>
            </a:custGeom>
            <a:solidFill>
              <a:srgbClr val="E7EBF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/>
          <p:cNvSpPr txBox="1"/>
          <p:nvPr/>
        </p:nvSpPr>
        <p:spPr>
          <a:xfrm>
            <a:off x="1409293" y="1558982"/>
            <a:ext cx="3869690" cy="390525"/>
          </a:xfrm>
          <a:prstGeom prst="rect">
            <a:avLst/>
          </a:prstGeom>
        </p:spPr>
        <p:txBody>
          <a:bodyPr wrap="square" lIns="0" tIns="558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40"/>
              </a:spcBef>
            </a:pPr>
            <a:r>
              <a:rPr dirty="0" sz="850" b="1">
                <a:solidFill>
                  <a:srgbClr val="FFFFFF"/>
                </a:solidFill>
                <a:latin typeface="Arial"/>
                <a:cs typeface="Arial"/>
              </a:rPr>
              <a:t>Core </a:t>
            </a:r>
            <a:r>
              <a:rPr dirty="0" sz="850" spc="-20" b="1">
                <a:solidFill>
                  <a:srgbClr val="FFFFFF"/>
                </a:solidFill>
                <a:latin typeface="Arial"/>
                <a:cs typeface="Arial"/>
              </a:rPr>
              <a:t>idea</a:t>
            </a:r>
            <a:endParaRPr sz="8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70"/>
              </a:spcBef>
            </a:pPr>
            <a:r>
              <a:rPr dirty="0" sz="950">
                <a:solidFill>
                  <a:srgbClr val="131318"/>
                </a:solidFill>
                <a:latin typeface="Arial"/>
                <a:cs typeface="Arial"/>
              </a:rPr>
              <a:t>Funds</a:t>
            </a:r>
            <a:r>
              <a:rPr dirty="0" sz="950" spc="-15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31318"/>
                </a:solidFill>
                <a:latin typeface="Arial"/>
                <a:cs typeface="Arial"/>
              </a:rPr>
              <a:t>are</a:t>
            </a:r>
            <a:r>
              <a:rPr dirty="0" sz="950" spc="-10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31318"/>
                </a:solidFill>
                <a:latin typeface="Arial"/>
                <a:cs typeface="Arial"/>
              </a:rPr>
              <a:t>held</a:t>
            </a:r>
            <a:r>
              <a:rPr dirty="0" sz="950" spc="-10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31318"/>
                </a:solidFill>
                <a:latin typeface="Arial"/>
                <a:cs typeface="Arial"/>
              </a:rPr>
              <a:t>by</a:t>
            </a:r>
            <a:r>
              <a:rPr dirty="0" sz="950" spc="-15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31318"/>
                </a:solidFill>
                <a:latin typeface="Arial"/>
                <a:cs typeface="Arial"/>
              </a:rPr>
              <a:t>a</a:t>
            </a:r>
            <a:r>
              <a:rPr dirty="0" sz="950" spc="-10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31318"/>
                </a:solidFill>
                <a:latin typeface="Arial"/>
                <a:cs typeface="Arial"/>
              </a:rPr>
              <a:t>Solidity</a:t>
            </a:r>
            <a:r>
              <a:rPr dirty="0" sz="950" spc="-10">
                <a:solidFill>
                  <a:srgbClr val="131318"/>
                </a:solidFill>
                <a:latin typeface="Arial"/>
                <a:cs typeface="Arial"/>
              </a:rPr>
              <a:t> escrow,</a:t>
            </a:r>
            <a:r>
              <a:rPr dirty="0" sz="950" spc="-15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31318"/>
                </a:solidFill>
                <a:latin typeface="Arial"/>
                <a:cs typeface="Arial"/>
              </a:rPr>
              <a:t>while</a:t>
            </a:r>
            <a:r>
              <a:rPr dirty="0" sz="950" spc="-10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31318"/>
                </a:solidFill>
                <a:latin typeface="Arial"/>
                <a:cs typeface="Arial"/>
              </a:rPr>
              <a:t>a</a:t>
            </a:r>
            <a:r>
              <a:rPr dirty="0" sz="950" spc="-10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31318"/>
                </a:solidFill>
                <a:latin typeface="Arial"/>
                <a:cs typeface="Arial"/>
              </a:rPr>
              <a:t>2-of-3</a:t>
            </a:r>
            <a:r>
              <a:rPr dirty="0" sz="950" spc="-15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31318"/>
                </a:solidFill>
                <a:latin typeface="Arial"/>
                <a:cs typeface="Arial"/>
              </a:rPr>
              <a:t>attestor</a:t>
            </a:r>
            <a:r>
              <a:rPr dirty="0" sz="950" spc="-10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31318"/>
                </a:solidFill>
                <a:latin typeface="Arial"/>
                <a:cs typeface="Arial"/>
              </a:rPr>
              <a:t>quorum</a:t>
            </a:r>
            <a:r>
              <a:rPr dirty="0" sz="950" spc="-10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950" spc="-20">
                <a:solidFill>
                  <a:srgbClr val="131318"/>
                </a:solidFill>
                <a:latin typeface="Arial"/>
                <a:cs typeface="Arial"/>
              </a:rPr>
              <a:t>must</a:t>
            </a:r>
            <a:endParaRPr sz="95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409293" y="1923858"/>
            <a:ext cx="4009390" cy="8921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4900"/>
              </a:lnSpc>
              <a:spcBef>
                <a:spcPts val="100"/>
              </a:spcBef>
            </a:pPr>
            <a:r>
              <a:rPr dirty="0" sz="950">
                <a:solidFill>
                  <a:srgbClr val="131318"/>
                </a:solidFill>
                <a:latin typeface="Arial"/>
                <a:cs typeface="Arial"/>
              </a:rPr>
              <a:t>agree</a:t>
            </a:r>
            <a:r>
              <a:rPr dirty="0" sz="950" spc="-10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31318"/>
                </a:solidFill>
                <a:latin typeface="Arial"/>
                <a:cs typeface="Arial"/>
              </a:rPr>
              <a:t>on</a:t>
            </a:r>
            <a:r>
              <a:rPr dirty="0" sz="950" spc="-10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31318"/>
                </a:solidFill>
                <a:latin typeface="Arial"/>
                <a:cs typeface="Arial"/>
              </a:rPr>
              <a:t>the</a:t>
            </a:r>
            <a:r>
              <a:rPr dirty="0" sz="950" spc="-10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31318"/>
                </a:solidFill>
                <a:latin typeface="Arial"/>
                <a:cs typeface="Arial"/>
              </a:rPr>
              <a:t>same</a:t>
            </a:r>
            <a:r>
              <a:rPr dirty="0" sz="950" spc="-10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31318"/>
                </a:solidFill>
                <a:latin typeface="Arial"/>
                <a:cs typeface="Arial"/>
              </a:rPr>
              <a:t>status</a:t>
            </a:r>
            <a:r>
              <a:rPr dirty="0" sz="950" spc="-10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31318"/>
                </a:solidFill>
                <a:latin typeface="Arial"/>
                <a:cs typeface="Arial"/>
              </a:rPr>
              <a:t>and</a:t>
            </a:r>
            <a:r>
              <a:rPr dirty="0" sz="950" spc="-10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31318"/>
                </a:solidFill>
                <a:latin typeface="Arial"/>
                <a:cs typeface="Arial"/>
              </a:rPr>
              <a:t>record</a:t>
            </a:r>
            <a:r>
              <a:rPr dirty="0" sz="950" spc="-10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31318"/>
                </a:solidFill>
                <a:latin typeface="Arial"/>
                <a:cs typeface="Arial"/>
              </a:rPr>
              <a:t>hash</a:t>
            </a:r>
            <a:r>
              <a:rPr dirty="0" sz="950" spc="-10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31318"/>
                </a:solidFill>
                <a:latin typeface="Arial"/>
                <a:cs typeface="Arial"/>
              </a:rPr>
              <a:t>before</a:t>
            </a:r>
            <a:r>
              <a:rPr dirty="0" sz="950" spc="-5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31318"/>
                </a:solidFill>
                <a:latin typeface="Arial"/>
                <a:cs typeface="Arial"/>
              </a:rPr>
              <a:t>the</a:t>
            </a:r>
            <a:r>
              <a:rPr dirty="0" sz="950" spc="-10">
                <a:solidFill>
                  <a:srgbClr val="131318"/>
                </a:solidFill>
                <a:latin typeface="Arial"/>
                <a:cs typeface="Arial"/>
              </a:rPr>
              <a:t> lifecycle </a:t>
            </a:r>
            <a:r>
              <a:rPr dirty="0" sz="950">
                <a:solidFill>
                  <a:srgbClr val="131318"/>
                </a:solidFill>
                <a:latin typeface="Arial"/>
                <a:cs typeface="Arial"/>
              </a:rPr>
              <a:t>advances.</a:t>
            </a:r>
            <a:r>
              <a:rPr dirty="0" sz="950" spc="55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950" spc="-50">
                <a:solidFill>
                  <a:srgbClr val="131318"/>
                </a:solidFill>
                <a:latin typeface="Arial"/>
                <a:cs typeface="Arial"/>
              </a:rPr>
              <a:t>A </a:t>
            </a:r>
            <a:r>
              <a:rPr dirty="0" sz="950">
                <a:solidFill>
                  <a:srgbClr val="131318"/>
                </a:solidFill>
                <a:latin typeface="Arial"/>
                <a:cs typeface="Arial"/>
              </a:rPr>
              <a:t>future</a:t>
            </a:r>
            <a:r>
              <a:rPr dirty="0" sz="950" spc="-15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31318"/>
                </a:solidFill>
                <a:latin typeface="Arial"/>
                <a:cs typeface="Arial"/>
              </a:rPr>
              <a:t>zkTLS</a:t>
            </a:r>
            <a:r>
              <a:rPr dirty="0" sz="950" spc="-15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950" spc="-10">
                <a:solidFill>
                  <a:srgbClr val="131318"/>
                </a:solidFill>
                <a:latin typeface="Arial"/>
                <a:cs typeface="Arial"/>
              </a:rPr>
              <a:t>layer</a:t>
            </a:r>
            <a:r>
              <a:rPr dirty="0" sz="950" spc="-15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31318"/>
                </a:solidFill>
                <a:latin typeface="Arial"/>
                <a:cs typeface="Arial"/>
              </a:rPr>
              <a:t>is</a:t>
            </a:r>
            <a:r>
              <a:rPr dirty="0" sz="950" spc="-15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31318"/>
                </a:solidFill>
                <a:latin typeface="Arial"/>
                <a:cs typeface="Arial"/>
              </a:rPr>
              <a:t>designed</a:t>
            </a:r>
            <a:r>
              <a:rPr dirty="0" sz="950" spc="-10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31318"/>
                </a:solidFill>
                <a:latin typeface="Arial"/>
                <a:cs typeface="Arial"/>
              </a:rPr>
              <a:t>to</a:t>
            </a:r>
            <a:r>
              <a:rPr dirty="0" sz="950" spc="-15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31318"/>
                </a:solidFill>
                <a:latin typeface="Arial"/>
                <a:cs typeface="Arial"/>
              </a:rPr>
              <a:t>prove</a:t>
            </a:r>
            <a:r>
              <a:rPr dirty="0" sz="950" spc="-15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31318"/>
                </a:solidFill>
                <a:latin typeface="Arial"/>
                <a:cs typeface="Arial"/>
              </a:rPr>
              <a:t>that</a:t>
            </a:r>
            <a:r>
              <a:rPr dirty="0" sz="950" spc="-15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31318"/>
                </a:solidFill>
                <a:latin typeface="Arial"/>
                <a:cs typeface="Arial"/>
              </a:rPr>
              <a:t>the</a:t>
            </a:r>
            <a:r>
              <a:rPr dirty="0" sz="950" spc="-10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31318"/>
                </a:solidFill>
                <a:latin typeface="Arial"/>
                <a:cs typeface="Arial"/>
              </a:rPr>
              <a:t>customs</a:t>
            </a:r>
            <a:r>
              <a:rPr dirty="0" sz="950" spc="-15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31318"/>
                </a:solidFill>
                <a:latin typeface="Arial"/>
                <a:cs typeface="Arial"/>
              </a:rPr>
              <a:t>portal</a:t>
            </a:r>
            <a:r>
              <a:rPr dirty="0" sz="950" spc="-15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31318"/>
                </a:solidFill>
                <a:latin typeface="Arial"/>
                <a:cs typeface="Arial"/>
              </a:rPr>
              <a:t>served</a:t>
            </a:r>
            <a:r>
              <a:rPr dirty="0" sz="950" spc="-15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950" spc="-25">
                <a:solidFill>
                  <a:srgbClr val="131318"/>
                </a:solidFill>
                <a:latin typeface="Arial"/>
                <a:cs typeface="Arial"/>
              </a:rPr>
              <a:t>the </a:t>
            </a:r>
            <a:r>
              <a:rPr dirty="0" sz="950">
                <a:solidFill>
                  <a:srgbClr val="131318"/>
                </a:solidFill>
                <a:latin typeface="Arial"/>
                <a:cs typeface="Arial"/>
              </a:rPr>
              <a:t>attested</a:t>
            </a:r>
            <a:r>
              <a:rPr dirty="0" sz="950" spc="-5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950" spc="-10">
                <a:solidFill>
                  <a:srgbClr val="131318"/>
                </a:solidFill>
                <a:latin typeface="Arial"/>
                <a:cs typeface="Arial"/>
              </a:rPr>
              <a:t>record.</a:t>
            </a:r>
            <a:endParaRPr sz="950">
              <a:latin typeface="Arial"/>
              <a:cs typeface="Arial"/>
            </a:endParaRPr>
          </a:p>
          <a:p>
            <a:pPr marL="12700" marR="194310">
              <a:lnSpc>
                <a:spcPct val="104900"/>
              </a:lnSpc>
              <a:spcBef>
                <a:spcPts val="840"/>
              </a:spcBef>
            </a:pPr>
            <a:r>
              <a:rPr dirty="0" sz="950" b="1">
                <a:solidFill>
                  <a:srgbClr val="131318"/>
                </a:solidFill>
                <a:latin typeface="Arial"/>
                <a:cs typeface="Arial"/>
              </a:rPr>
              <a:t>Current</a:t>
            </a:r>
            <a:r>
              <a:rPr dirty="0" sz="950" spc="-15" b="1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950" b="1">
                <a:solidFill>
                  <a:srgbClr val="131318"/>
                </a:solidFill>
                <a:latin typeface="Arial"/>
                <a:cs typeface="Arial"/>
              </a:rPr>
              <a:t>scope:</a:t>
            </a:r>
            <a:r>
              <a:rPr dirty="0" sz="950" spc="55" b="1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31318"/>
                </a:solidFill>
                <a:latin typeface="Arial"/>
                <a:cs typeface="Arial"/>
              </a:rPr>
              <a:t>smart</a:t>
            </a:r>
            <a:r>
              <a:rPr dirty="0" sz="950" spc="-15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31318"/>
                </a:solidFill>
                <a:latin typeface="Arial"/>
                <a:cs typeface="Arial"/>
              </a:rPr>
              <a:t>contract,</a:t>
            </a:r>
            <a:r>
              <a:rPr dirty="0" sz="950" spc="-10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31318"/>
                </a:solidFill>
                <a:latin typeface="Arial"/>
                <a:cs typeface="Arial"/>
              </a:rPr>
              <a:t>mock</a:t>
            </a:r>
            <a:r>
              <a:rPr dirty="0" sz="950" spc="-10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31318"/>
                </a:solidFill>
                <a:latin typeface="Arial"/>
                <a:cs typeface="Arial"/>
              </a:rPr>
              <a:t>customs</a:t>
            </a:r>
            <a:r>
              <a:rPr dirty="0" sz="950" spc="-10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31318"/>
                </a:solidFill>
                <a:latin typeface="Arial"/>
                <a:cs typeface="Arial"/>
              </a:rPr>
              <a:t>portal,</a:t>
            </a:r>
            <a:r>
              <a:rPr dirty="0" sz="950" spc="-15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31318"/>
                </a:solidFill>
                <a:latin typeface="Arial"/>
                <a:cs typeface="Arial"/>
              </a:rPr>
              <a:t>and</a:t>
            </a:r>
            <a:r>
              <a:rPr dirty="0" sz="950" spc="-10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31318"/>
                </a:solidFill>
                <a:latin typeface="Arial"/>
                <a:cs typeface="Arial"/>
              </a:rPr>
              <a:t>React</a:t>
            </a:r>
            <a:r>
              <a:rPr dirty="0" sz="950" spc="-10">
                <a:solidFill>
                  <a:srgbClr val="131318"/>
                </a:solidFill>
                <a:latin typeface="Arial"/>
                <a:cs typeface="Arial"/>
              </a:rPr>
              <a:t> dApp; </a:t>
            </a:r>
            <a:r>
              <a:rPr dirty="0" sz="950">
                <a:solidFill>
                  <a:srgbClr val="131318"/>
                </a:solidFill>
                <a:latin typeface="Arial"/>
                <a:cs typeface="Arial"/>
              </a:rPr>
              <a:t>cryptographic</a:t>
            </a:r>
            <a:r>
              <a:rPr dirty="0" sz="950" spc="-15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31318"/>
                </a:solidFill>
                <a:latin typeface="Arial"/>
                <a:cs typeface="Arial"/>
              </a:rPr>
              <a:t>zkTLS</a:t>
            </a:r>
            <a:r>
              <a:rPr dirty="0" sz="950" spc="-15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31318"/>
                </a:solidFill>
                <a:latin typeface="Arial"/>
                <a:cs typeface="Arial"/>
              </a:rPr>
              <a:t>attestation</a:t>
            </a:r>
            <a:r>
              <a:rPr dirty="0" sz="950" spc="-15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31318"/>
                </a:solidFill>
                <a:latin typeface="Arial"/>
                <a:cs typeface="Arial"/>
              </a:rPr>
              <a:t>remains</a:t>
            </a:r>
            <a:r>
              <a:rPr dirty="0" sz="950" spc="-15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31318"/>
                </a:solidFill>
                <a:latin typeface="Arial"/>
                <a:cs typeface="Arial"/>
              </a:rPr>
              <a:t>planned</a:t>
            </a:r>
            <a:r>
              <a:rPr dirty="0" sz="950" spc="-10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950" spc="-20">
                <a:solidFill>
                  <a:srgbClr val="131318"/>
                </a:solidFill>
                <a:latin typeface="Arial"/>
                <a:cs typeface="Arial"/>
              </a:rPr>
              <a:t>work.</a:t>
            </a:r>
            <a:endParaRPr sz="950">
              <a:latin typeface="Arial"/>
              <a:cs typeface="Arial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Problem</a:t>
            </a:r>
            <a:r>
              <a:rPr dirty="0" spc="80"/>
              <a:t> </a:t>
            </a:r>
            <a:r>
              <a:rPr dirty="0" spc="-10"/>
              <a:t>Statement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5303520" y="217041"/>
            <a:ext cx="217170" cy="126364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650">
                <a:solidFill>
                  <a:srgbClr val="787D86"/>
                </a:solidFill>
                <a:latin typeface="Arial"/>
                <a:cs typeface="Arial"/>
              </a:rPr>
              <a:t>3</a:t>
            </a:r>
            <a:r>
              <a:rPr dirty="0" sz="650" spc="-65">
                <a:solidFill>
                  <a:srgbClr val="787D86"/>
                </a:solidFill>
                <a:latin typeface="Arial"/>
                <a:cs typeface="Arial"/>
              </a:rPr>
              <a:t> </a:t>
            </a:r>
            <a:r>
              <a:rPr dirty="0" sz="650">
                <a:solidFill>
                  <a:srgbClr val="787D86"/>
                </a:solidFill>
                <a:latin typeface="Arial"/>
                <a:cs typeface="Arial"/>
              </a:rPr>
              <a:t>/</a:t>
            </a:r>
            <a:r>
              <a:rPr dirty="0" sz="650" spc="-70">
                <a:solidFill>
                  <a:srgbClr val="787D86"/>
                </a:solidFill>
                <a:latin typeface="Arial"/>
                <a:cs typeface="Arial"/>
              </a:rPr>
              <a:t> </a:t>
            </a:r>
            <a:r>
              <a:rPr dirty="0" sz="650" spc="-25">
                <a:solidFill>
                  <a:srgbClr val="787D86"/>
                </a:solidFill>
                <a:latin typeface="Arial"/>
                <a:cs typeface="Arial"/>
              </a:rPr>
              <a:t>24</a:t>
            </a:r>
            <a:endParaRPr sz="650">
              <a:latin typeface="Arial"/>
              <a:cs typeface="Arial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36639" y="943940"/>
            <a:ext cx="415290" cy="11493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550" spc="-10">
                <a:solidFill>
                  <a:srgbClr val="585B66"/>
                </a:solidFill>
                <a:latin typeface="Arial"/>
                <a:cs typeface="Arial"/>
                <a:hlinkClick r:id="rId2" action="ppaction://hlinksldjump"/>
              </a:rPr>
              <a:t>Introduction</a:t>
            </a:r>
            <a:endParaRPr sz="550">
              <a:latin typeface="Arial"/>
              <a:cs typeface="Arial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0" y="1073772"/>
            <a:ext cx="1146175" cy="114935"/>
            <a:chOff x="0" y="1073772"/>
            <a:chExt cx="1146175" cy="114935"/>
          </a:xfrm>
        </p:grpSpPr>
        <p:sp>
          <p:nvSpPr>
            <p:cNvPr id="4" name="object 4"/>
            <p:cNvSpPr/>
            <p:nvPr/>
          </p:nvSpPr>
          <p:spPr>
            <a:xfrm>
              <a:off x="0" y="1073772"/>
              <a:ext cx="20320" cy="114935"/>
            </a:xfrm>
            <a:custGeom>
              <a:avLst/>
              <a:gdLst/>
              <a:ahLst/>
              <a:cxnLst/>
              <a:rect l="l" t="t" r="r" b="b"/>
              <a:pathLst>
                <a:path w="20320" h="114934">
                  <a:moveTo>
                    <a:pt x="20243" y="0"/>
                  </a:moveTo>
                  <a:lnTo>
                    <a:pt x="0" y="0"/>
                  </a:lnTo>
                  <a:lnTo>
                    <a:pt x="0" y="114541"/>
                  </a:lnTo>
                  <a:lnTo>
                    <a:pt x="20243" y="114541"/>
                  </a:lnTo>
                  <a:lnTo>
                    <a:pt x="20243" y="0"/>
                  </a:lnTo>
                  <a:close/>
                </a:path>
              </a:pathLst>
            </a:custGeom>
            <a:solidFill>
              <a:srgbClr val="0B4CB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20243" y="1073772"/>
              <a:ext cx="1125855" cy="114935"/>
            </a:xfrm>
            <a:custGeom>
              <a:avLst/>
              <a:gdLst/>
              <a:ahLst/>
              <a:cxnLst/>
              <a:rect l="l" t="t" r="r" b="b"/>
              <a:pathLst>
                <a:path w="1125855" h="114934">
                  <a:moveTo>
                    <a:pt x="1125423" y="0"/>
                  </a:moveTo>
                  <a:lnTo>
                    <a:pt x="0" y="0"/>
                  </a:lnTo>
                  <a:lnTo>
                    <a:pt x="0" y="114541"/>
                  </a:lnTo>
                  <a:lnTo>
                    <a:pt x="1125423" y="114541"/>
                  </a:lnTo>
                  <a:lnTo>
                    <a:pt x="1125423" y="0"/>
                  </a:lnTo>
                  <a:close/>
                </a:path>
              </a:pathLst>
            </a:custGeom>
            <a:solidFill>
              <a:srgbClr val="DCE5F7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 txBox="1"/>
          <p:nvPr/>
        </p:nvSpPr>
        <p:spPr>
          <a:xfrm>
            <a:off x="20243" y="1070457"/>
            <a:ext cx="1125855" cy="11493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28575">
              <a:lnSpc>
                <a:spcPct val="100000"/>
              </a:lnSpc>
              <a:spcBef>
                <a:spcPts val="135"/>
              </a:spcBef>
            </a:pPr>
            <a:r>
              <a:rPr dirty="0" sz="550">
                <a:solidFill>
                  <a:srgbClr val="0B4CB2"/>
                </a:solidFill>
                <a:latin typeface="Arial"/>
                <a:cs typeface="Arial"/>
                <a:hlinkClick r:id="rId3" action="ppaction://hlinksldjump"/>
              </a:rPr>
              <a:t>Problem</a:t>
            </a:r>
            <a:r>
              <a:rPr dirty="0" sz="550" spc="125">
                <a:solidFill>
                  <a:srgbClr val="0B4CB2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dirty="0" sz="550" spc="-10">
                <a:solidFill>
                  <a:srgbClr val="0B4CB2"/>
                </a:solidFill>
                <a:latin typeface="Arial"/>
                <a:cs typeface="Arial"/>
                <a:hlinkClick r:id="rId3" action="ppaction://hlinksldjump"/>
              </a:rPr>
              <a:t>Statement</a:t>
            </a:r>
            <a:endParaRPr sz="550">
              <a:latin typeface="Arial"/>
              <a:cs typeface="Arial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4900"/>
              </a:lnSpc>
              <a:spcBef>
                <a:spcPts val="100"/>
              </a:spcBef>
            </a:pPr>
            <a:r>
              <a:rPr dirty="0" spc="-10"/>
              <a:t>Traditional</a:t>
            </a:r>
            <a:r>
              <a:rPr dirty="0" spc="-20"/>
              <a:t> </a:t>
            </a:r>
            <a:r>
              <a:rPr dirty="0"/>
              <a:t>Letter</a:t>
            </a:r>
            <a:r>
              <a:rPr dirty="0" spc="-15"/>
              <a:t> </a:t>
            </a:r>
            <a:r>
              <a:rPr dirty="0"/>
              <a:t>of</a:t>
            </a:r>
            <a:r>
              <a:rPr dirty="0" spc="-20"/>
              <a:t> </a:t>
            </a:r>
            <a:r>
              <a:rPr dirty="0"/>
              <a:t>Credit</a:t>
            </a:r>
            <a:r>
              <a:rPr dirty="0" spc="-15"/>
              <a:t> </a:t>
            </a:r>
            <a:r>
              <a:rPr dirty="0"/>
              <a:t>processes</a:t>
            </a:r>
            <a:r>
              <a:rPr dirty="0" spc="-15"/>
              <a:t> </a:t>
            </a:r>
            <a:r>
              <a:rPr dirty="0"/>
              <a:t>rely</a:t>
            </a:r>
            <a:r>
              <a:rPr dirty="0" spc="-20"/>
              <a:t> </a:t>
            </a:r>
            <a:r>
              <a:rPr dirty="0"/>
              <a:t>heavily</a:t>
            </a:r>
            <a:r>
              <a:rPr dirty="0" spc="-15"/>
              <a:t> </a:t>
            </a:r>
            <a:r>
              <a:rPr dirty="0"/>
              <a:t>on</a:t>
            </a:r>
            <a:r>
              <a:rPr dirty="0" spc="-15"/>
              <a:t> </a:t>
            </a:r>
            <a:r>
              <a:rPr dirty="0"/>
              <a:t>intermediaries</a:t>
            </a:r>
            <a:r>
              <a:rPr dirty="0" spc="-20"/>
              <a:t> </a:t>
            </a:r>
            <a:r>
              <a:rPr dirty="0" spc="-25"/>
              <a:t>and </a:t>
            </a:r>
            <a:r>
              <a:rPr dirty="0"/>
              <a:t>manual</a:t>
            </a:r>
            <a:r>
              <a:rPr dirty="0" spc="-35"/>
              <a:t> </a:t>
            </a:r>
            <a:r>
              <a:rPr dirty="0"/>
              <a:t>verification,</a:t>
            </a:r>
            <a:r>
              <a:rPr dirty="0" spc="-30"/>
              <a:t> </a:t>
            </a:r>
            <a:r>
              <a:rPr dirty="0"/>
              <a:t>causing</a:t>
            </a:r>
            <a:r>
              <a:rPr dirty="0" spc="-35"/>
              <a:t> </a:t>
            </a:r>
            <a:r>
              <a:rPr dirty="0"/>
              <a:t>delays,</a:t>
            </a:r>
            <a:r>
              <a:rPr dirty="0" spc="-30"/>
              <a:t> </a:t>
            </a:r>
            <a:r>
              <a:rPr dirty="0"/>
              <a:t>higher</a:t>
            </a:r>
            <a:r>
              <a:rPr dirty="0" spc="-35"/>
              <a:t> </a:t>
            </a:r>
            <a:r>
              <a:rPr dirty="0"/>
              <a:t>costs,</a:t>
            </a:r>
            <a:r>
              <a:rPr dirty="0" spc="-30"/>
              <a:t> </a:t>
            </a:r>
            <a:r>
              <a:rPr dirty="0"/>
              <a:t>and</a:t>
            </a:r>
            <a:r>
              <a:rPr dirty="0" spc="-30"/>
              <a:t> </a:t>
            </a:r>
            <a:r>
              <a:rPr dirty="0"/>
              <a:t>limited</a:t>
            </a:r>
            <a:r>
              <a:rPr dirty="0" spc="-35"/>
              <a:t> </a:t>
            </a:r>
            <a:r>
              <a:rPr dirty="0" spc="-10"/>
              <a:t>transparency, </a:t>
            </a:r>
            <a:r>
              <a:rPr dirty="0"/>
              <a:t>while</a:t>
            </a:r>
            <a:r>
              <a:rPr dirty="0" spc="-25"/>
              <a:t> </a:t>
            </a:r>
            <a:r>
              <a:rPr dirty="0"/>
              <a:t>existing</a:t>
            </a:r>
            <a:r>
              <a:rPr dirty="0" spc="-25"/>
              <a:t> </a:t>
            </a:r>
            <a:r>
              <a:rPr dirty="0" spc="-10"/>
              <a:t>blockchain-</a:t>
            </a:r>
            <a:r>
              <a:rPr dirty="0"/>
              <a:t>based</a:t>
            </a:r>
            <a:r>
              <a:rPr dirty="0" spc="-25"/>
              <a:t> </a:t>
            </a:r>
            <a:r>
              <a:rPr dirty="0"/>
              <a:t>solutions</a:t>
            </a:r>
            <a:r>
              <a:rPr dirty="0" spc="-25"/>
              <a:t> </a:t>
            </a:r>
            <a:r>
              <a:rPr dirty="0"/>
              <a:t>still</a:t>
            </a:r>
            <a:r>
              <a:rPr dirty="0" spc="-25"/>
              <a:t> </a:t>
            </a:r>
            <a:r>
              <a:rPr dirty="0"/>
              <a:t>face</a:t>
            </a:r>
            <a:r>
              <a:rPr dirty="0" spc="-25"/>
              <a:t> </a:t>
            </a:r>
            <a:r>
              <a:rPr dirty="0"/>
              <a:t>challenges</a:t>
            </a:r>
            <a:r>
              <a:rPr dirty="0" spc="-25"/>
              <a:t> </a:t>
            </a:r>
            <a:r>
              <a:rPr dirty="0"/>
              <a:t>in</a:t>
            </a:r>
            <a:r>
              <a:rPr dirty="0" spc="-20"/>
              <a:t> </a:t>
            </a:r>
            <a:r>
              <a:rPr dirty="0" spc="-10"/>
              <a:t>securely </a:t>
            </a:r>
            <a:r>
              <a:rPr dirty="0"/>
              <a:t>verifying</a:t>
            </a:r>
            <a:r>
              <a:rPr dirty="0" spc="-25"/>
              <a:t> </a:t>
            </a:r>
            <a:r>
              <a:rPr dirty="0"/>
              <a:t>real-world</a:t>
            </a:r>
            <a:r>
              <a:rPr dirty="0" spc="-25"/>
              <a:t> </a:t>
            </a:r>
            <a:r>
              <a:rPr dirty="0"/>
              <a:t>shipment</a:t>
            </a:r>
            <a:r>
              <a:rPr dirty="0" spc="-25"/>
              <a:t> </a:t>
            </a:r>
            <a:r>
              <a:rPr dirty="0"/>
              <a:t>and</a:t>
            </a:r>
            <a:r>
              <a:rPr dirty="0" spc="-25"/>
              <a:t> </a:t>
            </a:r>
            <a:r>
              <a:rPr dirty="0"/>
              <a:t>customs</a:t>
            </a:r>
            <a:r>
              <a:rPr dirty="0" spc="-25"/>
              <a:t> </a:t>
            </a:r>
            <a:r>
              <a:rPr dirty="0"/>
              <a:t>information</a:t>
            </a:r>
            <a:r>
              <a:rPr dirty="0" spc="-25"/>
              <a:t> </a:t>
            </a:r>
            <a:r>
              <a:rPr dirty="0"/>
              <a:t>before</a:t>
            </a:r>
            <a:r>
              <a:rPr dirty="0" spc="-20"/>
              <a:t> </a:t>
            </a:r>
            <a:r>
              <a:rPr dirty="0" spc="-10"/>
              <a:t>releasing </a:t>
            </a:r>
            <a:r>
              <a:rPr dirty="0"/>
              <a:t>escrowed</a:t>
            </a:r>
            <a:r>
              <a:rPr dirty="0" spc="-40"/>
              <a:t> </a:t>
            </a:r>
            <a:r>
              <a:rPr dirty="0" spc="-10"/>
              <a:t>funds.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36639" y="1158857"/>
            <a:ext cx="1015365" cy="1655445"/>
          </a:xfrm>
          <a:prstGeom prst="rect">
            <a:avLst/>
          </a:prstGeom>
        </p:spPr>
        <p:txBody>
          <a:bodyPr wrap="square" lIns="0" tIns="4445" rIns="0" bIns="0" rtlCol="0" vert="horz">
            <a:spAutoFit/>
          </a:bodyPr>
          <a:lstStyle/>
          <a:p>
            <a:pPr marL="12700" marR="327660">
              <a:lnSpc>
                <a:spcPct val="159800"/>
              </a:lnSpc>
              <a:spcBef>
                <a:spcPts val="35"/>
              </a:spcBef>
            </a:pPr>
            <a:r>
              <a:rPr dirty="0" sz="550" spc="10">
                <a:solidFill>
                  <a:srgbClr val="585B66"/>
                </a:solidFill>
                <a:latin typeface="Arial"/>
                <a:cs typeface="Arial"/>
                <a:hlinkClick r:id="rId4" action="ppaction://hlinksldjump"/>
              </a:rPr>
              <a:t>Literature</a:t>
            </a:r>
            <a:r>
              <a:rPr dirty="0" sz="550" spc="70">
                <a:solidFill>
                  <a:srgbClr val="585B66"/>
                </a:solidFill>
                <a:latin typeface="Arial"/>
                <a:cs typeface="Arial"/>
                <a:hlinkClick r:id="rId4" action="ppaction://hlinksldjump"/>
              </a:rPr>
              <a:t> </a:t>
            </a:r>
            <a:r>
              <a:rPr dirty="0" sz="550" spc="-10">
                <a:solidFill>
                  <a:srgbClr val="585B66"/>
                </a:solidFill>
                <a:latin typeface="Arial"/>
                <a:cs typeface="Arial"/>
                <a:hlinkClick r:id="rId4" action="ppaction://hlinksldjump"/>
              </a:rPr>
              <a:t>Review</a:t>
            </a:r>
            <a:r>
              <a:rPr dirty="0" sz="550" spc="500">
                <a:solidFill>
                  <a:srgbClr val="585B66"/>
                </a:solidFill>
                <a:latin typeface="Arial"/>
                <a:cs typeface="Arial"/>
              </a:rPr>
              <a:t> </a:t>
            </a:r>
            <a:r>
              <a:rPr dirty="0" sz="550" spc="10">
                <a:solidFill>
                  <a:srgbClr val="585B66"/>
                </a:solidFill>
                <a:latin typeface="Arial"/>
                <a:cs typeface="Arial"/>
                <a:hlinkClick r:id="rId5" action="ppaction://hlinksldjump"/>
              </a:rPr>
              <a:t>Proposed</a:t>
            </a:r>
            <a:r>
              <a:rPr dirty="0" sz="550" spc="114">
                <a:solidFill>
                  <a:srgbClr val="585B66"/>
                </a:solidFill>
                <a:latin typeface="Arial"/>
                <a:cs typeface="Arial"/>
                <a:hlinkClick r:id="rId5" action="ppaction://hlinksldjump"/>
              </a:rPr>
              <a:t> </a:t>
            </a:r>
            <a:r>
              <a:rPr dirty="0" sz="550" spc="-10">
                <a:solidFill>
                  <a:srgbClr val="585B66"/>
                </a:solidFill>
                <a:latin typeface="Arial"/>
                <a:cs typeface="Arial"/>
                <a:hlinkClick r:id="rId5" action="ppaction://hlinksldjump"/>
              </a:rPr>
              <a:t>Solution</a:t>
            </a:r>
            <a:r>
              <a:rPr dirty="0" sz="550" spc="500">
                <a:solidFill>
                  <a:srgbClr val="585B66"/>
                </a:solidFill>
                <a:latin typeface="Arial"/>
                <a:cs typeface="Arial"/>
              </a:rPr>
              <a:t> </a:t>
            </a:r>
            <a:r>
              <a:rPr dirty="0" sz="550">
                <a:solidFill>
                  <a:srgbClr val="585B66"/>
                </a:solidFill>
                <a:latin typeface="Arial"/>
                <a:cs typeface="Arial"/>
                <a:hlinkClick r:id="rId6" action="ppaction://hlinksldjump"/>
              </a:rPr>
              <a:t>System</a:t>
            </a:r>
            <a:r>
              <a:rPr dirty="0" sz="550" spc="135">
                <a:solidFill>
                  <a:srgbClr val="585B66"/>
                </a:solidFill>
                <a:latin typeface="Arial"/>
                <a:cs typeface="Arial"/>
                <a:hlinkClick r:id="rId6" action="ppaction://hlinksldjump"/>
              </a:rPr>
              <a:t> </a:t>
            </a:r>
            <a:r>
              <a:rPr dirty="0" sz="550" spc="-10">
                <a:solidFill>
                  <a:srgbClr val="585B66"/>
                </a:solidFill>
                <a:latin typeface="Arial"/>
                <a:cs typeface="Arial"/>
                <a:hlinkClick r:id="rId6" action="ppaction://hlinksldjump"/>
              </a:rPr>
              <a:t>Architecture</a:t>
            </a:r>
            <a:endParaRPr sz="5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34"/>
              </a:spcBef>
            </a:pPr>
            <a:r>
              <a:rPr dirty="0" sz="550" spc="-10">
                <a:solidFill>
                  <a:srgbClr val="585B66"/>
                </a:solidFill>
                <a:latin typeface="Arial"/>
                <a:cs typeface="Arial"/>
                <a:hlinkClick r:id="rId7" action="ppaction://hlinksldjump"/>
              </a:rPr>
              <a:t>Methodology</a:t>
            </a:r>
            <a:endParaRPr sz="5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50"/>
              </a:spcBef>
            </a:pPr>
            <a:r>
              <a:rPr dirty="0" sz="550" spc="10">
                <a:solidFill>
                  <a:srgbClr val="585B66"/>
                </a:solidFill>
                <a:latin typeface="Arial"/>
                <a:cs typeface="Arial"/>
                <a:hlinkClick r:id="rId8" action="ppaction://hlinksldjump"/>
              </a:rPr>
              <a:t>Functional</a:t>
            </a:r>
            <a:r>
              <a:rPr dirty="0" sz="550" spc="85">
                <a:solidFill>
                  <a:srgbClr val="585B66"/>
                </a:solidFill>
                <a:latin typeface="Arial"/>
                <a:cs typeface="Arial"/>
                <a:hlinkClick r:id="rId8" action="ppaction://hlinksldjump"/>
              </a:rPr>
              <a:t> </a:t>
            </a:r>
            <a:r>
              <a:rPr dirty="0" sz="550" spc="-10">
                <a:solidFill>
                  <a:srgbClr val="585B66"/>
                </a:solidFill>
                <a:latin typeface="Arial"/>
                <a:cs typeface="Arial"/>
                <a:hlinkClick r:id="rId8" action="ppaction://hlinksldjump"/>
              </a:rPr>
              <a:t>Requirements</a:t>
            </a:r>
            <a:endParaRPr sz="550">
              <a:latin typeface="Arial"/>
              <a:cs typeface="Arial"/>
            </a:endParaRPr>
          </a:p>
          <a:p>
            <a:pPr marL="12700" marR="5080">
              <a:lnSpc>
                <a:spcPct val="166600"/>
              </a:lnSpc>
            </a:pPr>
            <a:r>
              <a:rPr dirty="0" sz="550" spc="10">
                <a:solidFill>
                  <a:srgbClr val="585B66"/>
                </a:solidFill>
                <a:latin typeface="Arial"/>
                <a:cs typeface="Arial"/>
                <a:hlinkClick r:id="rId9" action="ppaction://hlinksldjump"/>
              </a:rPr>
              <a:t>Non-Functional</a:t>
            </a:r>
            <a:r>
              <a:rPr dirty="0" sz="550" spc="125">
                <a:solidFill>
                  <a:srgbClr val="585B66"/>
                </a:solidFill>
                <a:latin typeface="Arial"/>
                <a:cs typeface="Arial"/>
                <a:hlinkClick r:id="rId9" action="ppaction://hlinksldjump"/>
              </a:rPr>
              <a:t> </a:t>
            </a:r>
            <a:r>
              <a:rPr dirty="0" sz="550" spc="-10">
                <a:solidFill>
                  <a:srgbClr val="585B66"/>
                </a:solidFill>
                <a:latin typeface="Arial"/>
                <a:cs typeface="Arial"/>
                <a:hlinkClick r:id="rId9" action="ppaction://hlinksldjump"/>
              </a:rPr>
              <a:t>Requirements</a:t>
            </a:r>
            <a:r>
              <a:rPr dirty="0" sz="550" spc="500">
                <a:solidFill>
                  <a:srgbClr val="585B66"/>
                </a:solidFill>
                <a:latin typeface="Arial"/>
                <a:cs typeface="Arial"/>
              </a:rPr>
              <a:t> </a:t>
            </a:r>
            <a:r>
              <a:rPr dirty="0" sz="550">
                <a:solidFill>
                  <a:srgbClr val="585B66"/>
                </a:solidFill>
                <a:latin typeface="Arial"/>
                <a:cs typeface="Arial"/>
                <a:hlinkClick r:id="rId10" action="ppaction://hlinksldjump"/>
              </a:rPr>
              <a:t>Hardware</a:t>
            </a:r>
            <a:r>
              <a:rPr dirty="0" sz="550" spc="150">
                <a:solidFill>
                  <a:srgbClr val="585B66"/>
                </a:solidFill>
                <a:latin typeface="Arial"/>
                <a:cs typeface="Arial"/>
                <a:hlinkClick r:id="rId10" action="ppaction://hlinksldjump"/>
              </a:rPr>
              <a:t> </a:t>
            </a:r>
            <a:r>
              <a:rPr dirty="0" sz="550" spc="-10">
                <a:solidFill>
                  <a:srgbClr val="585B66"/>
                </a:solidFill>
                <a:latin typeface="Arial"/>
                <a:cs typeface="Arial"/>
                <a:hlinkClick r:id="rId10" action="ppaction://hlinksldjump"/>
              </a:rPr>
              <a:t>Requirements</a:t>
            </a:r>
            <a:endParaRPr sz="550">
              <a:latin typeface="Arial"/>
              <a:cs typeface="Arial"/>
            </a:endParaRPr>
          </a:p>
          <a:p>
            <a:pPr marL="12700" marR="217170">
              <a:lnSpc>
                <a:spcPct val="166600"/>
              </a:lnSpc>
              <a:spcBef>
                <a:spcPts val="10"/>
              </a:spcBef>
            </a:pPr>
            <a:r>
              <a:rPr dirty="0" sz="550">
                <a:solidFill>
                  <a:srgbClr val="585B66"/>
                </a:solidFill>
                <a:latin typeface="Arial"/>
                <a:cs typeface="Arial"/>
                <a:hlinkClick r:id="rId11" action="ppaction://hlinksldjump"/>
              </a:rPr>
              <a:t>Software</a:t>
            </a:r>
            <a:r>
              <a:rPr dirty="0" sz="550" spc="150">
                <a:solidFill>
                  <a:srgbClr val="585B66"/>
                </a:solidFill>
                <a:latin typeface="Arial"/>
                <a:cs typeface="Arial"/>
                <a:hlinkClick r:id="rId11" action="ppaction://hlinksldjump"/>
              </a:rPr>
              <a:t> </a:t>
            </a:r>
            <a:r>
              <a:rPr dirty="0" sz="550" spc="-10">
                <a:solidFill>
                  <a:srgbClr val="585B66"/>
                </a:solidFill>
                <a:latin typeface="Arial"/>
                <a:cs typeface="Arial"/>
                <a:hlinkClick r:id="rId11" action="ppaction://hlinksldjump"/>
              </a:rPr>
              <a:t>Requirements</a:t>
            </a:r>
            <a:r>
              <a:rPr dirty="0" sz="550" spc="500">
                <a:solidFill>
                  <a:srgbClr val="585B66"/>
                </a:solidFill>
                <a:latin typeface="Arial"/>
                <a:cs typeface="Arial"/>
              </a:rPr>
              <a:t> </a:t>
            </a:r>
            <a:r>
              <a:rPr dirty="0" sz="550" spc="-10">
                <a:solidFill>
                  <a:srgbClr val="585B66"/>
                </a:solidFill>
                <a:latin typeface="Arial"/>
                <a:cs typeface="Arial"/>
                <a:hlinkClick r:id="rId12" action="ppaction://hlinksldjump"/>
              </a:rPr>
              <a:t>Result</a:t>
            </a:r>
            <a:endParaRPr sz="550">
              <a:latin typeface="Arial"/>
              <a:cs typeface="Arial"/>
            </a:endParaRPr>
          </a:p>
          <a:p>
            <a:pPr marL="12700" marR="547370">
              <a:lnSpc>
                <a:spcPts val="1000"/>
              </a:lnSpc>
              <a:spcBef>
                <a:spcPts val="90"/>
              </a:spcBef>
            </a:pPr>
            <a:r>
              <a:rPr dirty="0" sz="550" spc="-10">
                <a:solidFill>
                  <a:srgbClr val="585B66"/>
                </a:solidFill>
                <a:latin typeface="Arial"/>
                <a:cs typeface="Arial"/>
                <a:hlinkClick r:id="rId13" action="ppaction://hlinksldjump"/>
              </a:rPr>
              <a:t>Conclusion</a:t>
            </a:r>
            <a:r>
              <a:rPr dirty="0" sz="550" spc="500">
                <a:solidFill>
                  <a:srgbClr val="585B66"/>
                </a:solidFill>
                <a:latin typeface="Arial"/>
                <a:cs typeface="Arial"/>
              </a:rPr>
              <a:t> </a:t>
            </a:r>
            <a:r>
              <a:rPr dirty="0" sz="550">
                <a:solidFill>
                  <a:srgbClr val="585B66"/>
                </a:solidFill>
                <a:latin typeface="Arial"/>
                <a:cs typeface="Arial"/>
                <a:hlinkClick r:id="rId14" action="ppaction://hlinksldjump"/>
              </a:rPr>
              <a:t>Future</a:t>
            </a:r>
            <a:r>
              <a:rPr dirty="0" sz="550" spc="120">
                <a:solidFill>
                  <a:srgbClr val="585B66"/>
                </a:solidFill>
                <a:latin typeface="Arial"/>
                <a:cs typeface="Arial"/>
                <a:hlinkClick r:id="rId14" action="ppaction://hlinksldjump"/>
              </a:rPr>
              <a:t> </a:t>
            </a:r>
            <a:r>
              <a:rPr dirty="0" sz="550" spc="-10">
                <a:solidFill>
                  <a:srgbClr val="585B66"/>
                </a:solidFill>
                <a:latin typeface="Arial"/>
                <a:cs typeface="Arial"/>
                <a:hlinkClick r:id="rId14" action="ppaction://hlinksldjump"/>
              </a:rPr>
              <a:t>Scope</a:t>
            </a:r>
            <a:endParaRPr sz="5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65"/>
              </a:spcBef>
            </a:pPr>
            <a:r>
              <a:rPr dirty="0" sz="550" spc="-10">
                <a:solidFill>
                  <a:srgbClr val="585B66"/>
                </a:solidFill>
                <a:latin typeface="Arial"/>
                <a:cs typeface="Arial"/>
                <a:hlinkClick r:id="rId15" action="ppaction://hlinksldjump"/>
              </a:rPr>
              <a:t>References</a:t>
            </a:r>
            <a:endParaRPr sz="550">
              <a:latin typeface="Arial"/>
              <a:cs typeface="Arial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Literature</a:t>
            </a:r>
            <a:r>
              <a:rPr dirty="0" spc="155"/>
              <a:t> </a:t>
            </a:r>
            <a:r>
              <a:rPr dirty="0" spc="-10"/>
              <a:t>Review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5303520" y="217041"/>
            <a:ext cx="217170" cy="126364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650">
                <a:solidFill>
                  <a:srgbClr val="787D86"/>
                </a:solidFill>
                <a:latin typeface="Arial"/>
                <a:cs typeface="Arial"/>
              </a:rPr>
              <a:t>4</a:t>
            </a:r>
            <a:r>
              <a:rPr dirty="0" sz="650" spc="-65">
                <a:solidFill>
                  <a:srgbClr val="787D86"/>
                </a:solidFill>
                <a:latin typeface="Arial"/>
                <a:cs typeface="Arial"/>
              </a:rPr>
              <a:t> </a:t>
            </a:r>
            <a:r>
              <a:rPr dirty="0" sz="650">
                <a:solidFill>
                  <a:srgbClr val="787D86"/>
                </a:solidFill>
                <a:latin typeface="Arial"/>
                <a:cs typeface="Arial"/>
              </a:rPr>
              <a:t>/</a:t>
            </a:r>
            <a:r>
              <a:rPr dirty="0" sz="650" spc="-70">
                <a:solidFill>
                  <a:srgbClr val="787D86"/>
                </a:solidFill>
                <a:latin typeface="Arial"/>
                <a:cs typeface="Arial"/>
              </a:rPr>
              <a:t> </a:t>
            </a:r>
            <a:r>
              <a:rPr dirty="0" sz="650" spc="-25">
                <a:solidFill>
                  <a:srgbClr val="787D86"/>
                </a:solidFill>
                <a:latin typeface="Arial"/>
                <a:cs typeface="Arial"/>
              </a:rPr>
              <a:t>24</a:t>
            </a:r>
            <a:endParaRPr sz="650">
              <a:latin typeface="Arial"/>
              <a:cs typeface="Arial"/>
            </a:endParaRPr>
          </a:p>
        </p:txBody>
      </p:sp>
      <p:grpSp>
        <p:nvGrpSpPr>
          <p:cNvPr id="2" name="object 2"/>
          <p:cNvGrpSpPr/>
          <p:nvPr/>
        </p:nvGrpSpPr>
        <p:grpSpPr>
          <a:xfrm>
            <a:off x="0" y="1200975"/>
            <a:ext cx="1146175" cy="112395"/>
            <a:chOff x="0" y="1200975"/>
            <a:chExt cx="1146175" cy="112395"/>
          </a:xfrm>
        </p:grpSpPr>
        <p:sp>
          <p:nvSpPr>
            <p:cNvPr id="3" name="object 3"/>
            <p:cNvSpPr/>
            <p:nvPr/>
          </p:nvSpPr>
          <p:spPr>
            <a:xfrm>
              <a:off x="0" y="1200975"/>
              <a:ext cx="20320" cy="112395"/>
            </a:xfrm>
            <a:custGeom>
              <a:avLst/>
              <a:gdLst/>
              <a:ahLst/>
              <a:cxnLst/>
              <a:rect l="l" t="t" r="r" b="b"/>
              <a:pathLst>
                <a:path w="20320" h="112394">
                  <a:moveTo>
                    <a:pt x="20243" y="0"/>
                  </a:moveTo>
                  <a:lnTo>
                    <a:pt x="0" y="0"/>
                  </a:lnTo>
                  <a:lnTo>
                    <a:pt x="0" y="112153"/>
                  </a:lnTo>
                  <a:lnTo>
                    <a:pt x="20243" y="112153"/>
                  </a:lnTo>
                  <a:lnTo>
                    <a:pt x="20243" y="0"/>
                  </a:lnTo>
                  <a:close/>
                </a:path>
              </a:pathLst>
            </a:custGeom>
            <a:solidFill>
              <a:srgbClr val="0B4CB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20243" y="1200975"/>
              <a:ext cx="1125855" cy="112395"/>
            </a:xfrm>
            <a:custGeom>
              <a:avLst/>
              <a:gdLst/>
              <a:ahLst/>
              <a:cxnLst/>
              <a:rect l="l" t="t" r="r" b="b"/>
              <a:pathLst>
                <a:path w="1125855" h="112394">
                  <a:moveTo>
                    <a:pt x="1125423" y="0"/>
                  </a:moveTo>
                  <a:lnTo>
                    <a:pt x="0" y="0"/>
                  </a:lnTo>
                  <a:lnTo>
                    <a:pt x="0" y="112153"/>
                  </a:lnTo>
                  <a:lnTo>
                    <a:pt x="1125423" y="112153"/>
                  </a:lnTo>
                  <a:lnTo>
                    <a:pt x="1125423" y="0"/>
                  </a:lnTo>
                  <a:close/>
                </a:path>
              </a:pathLst>
            </a:custGeom>
            <a:solidFill>
              <a:srgbClr val="DCE5F7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/>
          <p:cNvSpPr txBox="1"/>
          <p:nvPr/>
        </p:nvSpPr>
        <p:spPr>
          <a:xfrm>
            <a:off x="20243" y="906851"/>
            <a:ext cx="1125855" cy="19075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8575" marR="452120">
              <a:lnSpc>
                <a:spcPct val="150500"/>
              </a:lnSpc>
              <a:spcBef>
                <a:spcPts val="95"/>
              </a:spcBef>
            </a:pPr>
            <a:r>
              <a:rPr dirty="0" sz="550" spc="-10">
                <a:solidFill>
                  <a:srgbClr val="585B66"/>
                </a:solidFill>
                <a:latin typeface="Arial"/>
                <a:cs typeface="Arial"/>
                <a:hlinkClick r:id="rId2" action="ppaction://hlinksldjump"/>
              </a:rPr>
              <a:t>Introduction</a:t>
            </a:r>
            <a:r>
              <a:rPr dirty="0" sz="550" spc="500">
                <a:solidFill>
                  <a:srgbClr val="585B66"/>
                </a:solidFill>
                <a:latin typeface="Arial"/>
                <a:cs typeface="Arial"/>
              </a:rPr>
              <a:t> </a:t>
            </a:r>
            <a:r>
              <a:rPr dirty="0" sz="550">
                <a:solidFill>
                  <a:srgbClr val="585B66"/>
                </a:solidFill>
                <a:latin typeface="Arial"/>
                <a:cs typeface="Arial"/>
                <a:hlinkClick r:id="rId3" action="ppaction://hlinksldjump"/>
              </a:rPr>
              <a:t>Problem</a:t>
            </a:r>
            <a:r>
              <a:rPr dirty="0" sz="550" spc="125">
                <a:solidFill>
                  <a:srgbClr val="585B66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dirty="0" sz="550" spc="-10">
                <a:solidFill>
                  <a:srgbClr val="585B66"/>
                </a:solidFill>
                <a:latin typeface="Arial"/>
                <a:cs typeface="Arial"/>
                <a:hlinkClick r:id="rId3" action="ppaction://hlinksldjump"/>
              </a:rPr>
              <a:t>Statement</a:t>
            </a:r>
            <a:r>
              <a:rPr dirty="0" sz="550" spc="500">
                <a:solidFill>
                  <a:srgbClr val="585B66"/>
                </a:solidFill>
                <a:latin typeface="Arial"/>
                <a:cs typeface="Arial"/>
              </a:rPr>
              <a:t> </a:t>
            </a:r>
            <a:r>
              <a:rPr dirty="0" sz="550" spc="10">
                <a:solidFill>
                  <a:srgbClr val="0B4CB2"/>
                </a:solidFill>
                <a:latin typeface="Arial"/>
                <a:cs typeface="Arial"/>
                <a:hlinkClick r:id="rId4" action="ppaction://hlinksldjump"/>
              </a:rPr>
              <a:t>Literature</a:t>
            </a:r>
            <a:r>
              <a:rPr dirty="0" sz="550" spc="70">
                <a:solidFill>
                  <a:srgbClr val="0B4CB2"/>
                </a:solidFill>
                <a:latin typeface="Arial"/>
                <a:cs typeface="Arial"/>
                <a:hlinkClick r:id="rId4" action="ppaction://hlinksldjump"/>
              </a:rPr>
              <a:t> </a:t>
            </a:r>
            <a:r>
              <a:rPr dirty="0" sz="550" spc="-10">
                <a:solidFill>
                  <a:srgbClr val="0B4CB2"/>
                </a:solidFill>
                <a:latin typeface="Arial"/>
                <a:cs typeface="Arial"/>
                <a:hlinkClick r:id="rId4" action="ppaction://hlinksldjump"/>
              </a:rPr>
              <a:t>Review</a:t>
            </a:r>
            <a:r>
              <a:rPr dirty="0" sz="550" spc="500">
                <a:solidFill>
                  <a:srgbClr val="0B4CB2"/>
                </a:solidFill>
                <a:latin typeface="Arial"/>
                <a:cs typeface="Arial"/>
              </a:rPr>
              <a:t> </a:t>
            </a:r>
            <a:r>
              <a:rPr dirty="0" sz="550" spc="10">
                <a:solidFill>
                  <a:srgbClr val="585B66"/>
                </a:solidFill>
                <a:latin typeface="Arial"/>
                <a:cs typeface="Arial"/>
                <a:hlinkClick r:id="rId5" action="ppaction://hlinksldjump"/>
              </a:rPr>
              <a:t>Proposed</a:t>
            </a:r>
            <a:r>
              <a:rPr dirty="0" sz="550" spc="114">
                <a:solidFill>
                  <a:srgbClr val="585B66"/>
                </a:solidFill>
                <a:latin typeface="Arial"/>
                <a:cs typeface="Arial"/>
                <a:hlinkClick r:id="rId5" action="ppaction://hlinksldjump"/>
              </a:rPr>
              <a:t> </a:t>
            </a:r>
            <a:r>
              <a:rPr dirty="0" sz="550" spc="-10">
                <a:solidFill>
                  <a:srgbClr val="585B66"/>
                </a:solidFill>
                <a:latin typeface="Arial"/>
                <a:cs typeface="Arial"/>
                <a:hlinkClick r:id="rId5" action="ppaction://hlinksldjump"/>
              </a:rPr>
              <a:t>Solution</a:t>
            </a:r>
            <a:endParaRPr sz="550">
              <a:latin typeface="Arial"/>
              <a:cs typeface="Arial"/>
            </a:endParaRPr>
          </a:p>
          <a:p>
            <a:pPr marL="28575" marR="421640">
              <a:lnSpc>
                <a:spcPct val="166600"/>
              </a:lnSpc>
              <a:spcBef>
                <a:spcPts val="10"/>
              </a:spcBef>
            </a:pPr>
            <a:r>
              <a:rPr dirty="0" sz="550">
                <a:solidFill>
                  <a:srgbClr val="585B66"/>
                </a:solidFill>
                <a:latin typeface="Arial"/>
                <a:cs typeface="Arial"/>
                <a:hlinkClick r:id="rId6" action="ppaction://hlinksldjump"/>
              </a:rPr>
              <a:t>System</a:t>
            </a:r>
            <a:r>
              <a:rPr dirty="0" sz="550" spc="135">
                <a:solidFill>
                  <a:srgbClr val="585B66"/>
                </a:solidFill>
                <a:latin typeface="Arial"/>
                <a:cs typeface="Arial"/>
                <a:hlinkClick r:id="rId6" action="ppaction://hlinksldjump"/>
              </a:rPr>
              <a:t> </a:t>
            </a:r>
            <a:r>
              <a:rPr dirty="0" sz="550" spc="-10">
                <a:solidFill>
                  <a:srgbClr val="585B66"/>
                </a:solidFill>
                <a:latin typeface="Arial"/>
                <a:cs typeface="Arial"/>
                <a:hlinkClick r:id="rId6" action="ppaction://hlinksldjump"/>
              </a:rPr>
              <a:t>Architecture</a:t>
            </a:r>
            <a:r>
              <a:rPr dirty="0" sz="550" spc="500">
                <a:solidFill>
                  <a:srgbClr val="585B66"/>
                </a:solidFill>
                <a:latin typeface="Arial"/>
                <a:cs typeface="Arial"/>
              </a:rPr>
              <a:t> </a:t>
            </a:r>
            <a:r>
              <a:rPr dirty="0" sz="550" spc="-10">
                <a:solidFill>
                  <a:srgbClr val="585B66"/>
                </a:solidFill>
                <a:latin typeface="Arial"/>
                <a:cs typeface="Arial"/>
                <a:hlinkClick r:id="rId7" action="ppaction://hlinksldjump"/>
              </a:rPr>
              <a:t>Methodology</a:t>
            </a:r>
            <a:endParaRPr sz="550">
              <a:latin typeface="Arial"/>
              <a:cs typeface="Arial"/>
            </a:endParaRPr>
          </a:p>
          <a:p>
            <a:pPr marL="28575">
              <a:lnSpc>
                <a:spcPct val="100000"/>
              </a:lnSpc>
              <a:spcBef>
                <a:spcPts val="450"/>
              </a:spcBef>
            </a:pPr>
            <a:r>
              <a:rPr dirty="0" sz="550" spc="10">
                <a:solidFill>
                  <a:srgbClr val="585B66"/>
                </a:solidFill>
                <a:latin typeface="Arial"/>
                <a:cs typeface="Arial"/>
                <a:hlinkClick r:id="rId8" action="ppaction://hlinksldjump"/>
              </a:rPr>
              <a:t>Functional</a:t>
            </a:r>
            <a:r>
              <a:rPr dirty="0" sz="550" spc="85">
                <a:solidFill>
                  <a:srgbClr val="585B66"/>
                </a:solidFill>
                <a:latin typeface="Arial"/>
                <a:cs typeface="Arial"/>
                <a:hlinkClick r:id="rId8" action="ppaction://hlinksldjump"/>
              </a:rPr>
              <a:t> </a:t>
            </a:r>
            <a:r>
              <a:rPr dirty="0" sz="550" spc="-10">
                <a:solidFill>
                  <a:srgbClr val="585B66"/>
                </a:solidFill>
                <a:latin typeface="Arial"/>
                <a:cs typeface="Arial"/>
                <a:hlinkClick r:id="rId8" action="ppaction://hlinksldjump"/>
              </a:rPr>
              <a:t>Requirements</a:t>
            </a:r>
            <a:endParaRPr sz="550">
              <a:latin typeface="Arial"/>
              <a:cs typeface="Arial"/>
            </a:endParaRPr>
          </a:p>
          <a:p>
            <a:pPr marL="28575" marR="98425">
              <a:lnSpc>
                <a:spcPct val="166600"/>
              </a:lnSpc>
            </a:pPr>
            <a:r>
              <a:rPr dirty="0" sz="550" spc="10">
                <a:solidFill>
                  <a:srgbClr val="585B66"/>
                </a:solidFill>
                <a:latin typeface="Arial"/>
                <a:cs typeface="Arial"/>
                <a:hlinkClick r:id="rId9" action="ppaction://hlinksldjump"/>
              </a:rPr>
              <a:t>Non-Functional</a:t>
            </a:r>
            <a:r>
              <a:rPr dirty="0" sz="550" spc="125">
                <a:solidFill>
                  <a:srgbClr val="585B66"/>
                </a:solidFill>
                <a:latin typeface="Arial"/>
                <a:cs typeface="Arial"/>
                <a:hlinkClick r:id="rId9" action="ppaction://hlinksldjump"/>
              </a:rPr>
              <a:t> </a:t>
            </a:r>
            <a:r>
              <a:rPr dirty="0" sz="550" spc="-10">
                <a:solidFill>
                  <a:srgbClr val="585B66"/>
                </a:solidFill>
                <a:latin typeface="Arial"/>
                <a:cs typeface="Arial"/>
                <a:hlinkClick r:id="rId9" action="ppaction://hlinksldjump"/>
              </a:rPr>
              <a:t>Requirements</a:t>
            </a:r>
            <a:r>
              <a:rPr dirty="0" sz="550" spc="500">
                <a:solidFill>
                  <a:srgbClr val="585B66"/>
                </a:solidFill>
                <a:latin typeface="Arial"/>
                <a:cs typeface="Arial"/>
              </a:rPr>
              <a:t> </a:t>
            </a:r>
            <a:r>
              <a:rPr dirty="0" sz="550">
                <a:solidFill>
                  <a:srgbClr val="585B66"/>
                </a:solidFill>
                <a:latin typeface="Arial"/>
                <a:cs typeface="Arial"/>
                <a:hlinkClick r:id="rId10" action="ppaction://hlinksldjump"/>
              </a:rPr>
              <a:t>Hardware</a:t>
            </a:r>
            <a:r>
              <a:rPr dirty="0" sz="550" spc="150">
                <a:solidFill>
                  <a:srgbClr val="585B66"/>
                </a:solidFill>
                <a:latin typeface="Arial"/>
                <a:cs typeface="Arial"/>
                <a:hlinkClick r:id="rId10" action="ppaction://hlinksldjump"/>
              </a:rPr>
              <a:t> </a:t>
            </a:r>
            <a:r>
              <a:rPr dirty="0" sz="550" spc="-10">
                <a:solidFill>
                  <a:srgbClr val="585B66"/>
                </a:solidFill>
                <a:latin typeface="Arial"/>
                <a:cs typeface="Arial"/>
                <a:hlinkClick r:id="rId10" action="ppaction://hlinksldjump"/>
              </a:rPr>
              <a:t>Requirements</a:t>
            </a:r>
            <a:endParaRPr sz="550">
              <a:latin typeface="Arial"/>
              <a:cs typeface="Arial"/>
            </a:endParaRPr>
          </a:p>
          <a:p>
            <a:pPr marL="28575" marR="311150">
              <a:lnSpc>
                <a:spcPct val="166600"/>
              </a:lnSpc>
              <a:spcBef>
                <a:spcPts val="10"/>
              </a:spcBef>
            </a:pPr>
            <a:r>
              <a:rPr dirty="0" sz="550">
                <a:solidFill>
                  <a:srgbClr val="585B66"/>
                </a:solidFill>
                <a:latin typeface="Arial"/>
                <a:cs typeface="Arial"/>
                <a:hlinkClick r:id="rId11" action="ppaction://hlinksldjump"/>
              </a:rPr>
              <a:t>Software</a:t>
            </a:r>
            <a:r>
              <a:rPr dirty="0" sz="550" spc="150">
                <a:solidFill>
                  <a:srgbClr val="585B66"/>
                </a:solidFill>
                <a:latin typeface="Arial"/>
                <a:cs typeface="Arial"/>
                <a:hlinkClick r:id="rId11" action="ppaction://hlinksldjump"/>
              </a:rPr>
              <a:t> </a:t>
            </a:r>
            <a:r>
              <a:rPr dirty="0" sz="550" spc="-10">
                <a:solidFill>
                  <a:srgbClr val="585B66"/>
                </a:solidFill>
                <a:latin typeface="Arial"/>
                <a:cs typeface="Arial"/>
                <a:hlinkClick r:id="rId11" action="ppaction://hlinksldjump"/>
              </a:rPr>
              <a:t>Requirements</a:t>
            </a:r>
            <a:r>
              <a:rPr dirty="0" sz="550" spc="500">
                <a:solidFill>
                  <a:srgbClr val="585B66"/>
                </a:solidFill>
                <a:latin typeface="Arial"/>
                <a:cs typeface="Arial"/>
              </a:rPr>
              <a:t> </a:t>
            </a:r>
            <a:r>
              <a:rPr dirty="0" sz="550" spc="-10">
                <a:solidFill>
                  <a:srgbClr val="585B66"/>
                </a:solidFill>
                <a:latin typeface="Arial"/>
                <a:cs typeface="Arial"/>
                <a:hlinkClick r:id="rId12" action="ppaction://hlinksldjump"/>
              </a:rPr>
              <a:t>Result</a:t>
            </a:r>
            <a:endParaRPr sz="550">
              <a:latin typeface="Arial"/>
              <a:cs typeface="Arial"/>
            </a:endParaRPr>
          </a:p>
          <a:p>
            <a:pPr marL="28575" marR="640715">
              <a:lnSpc>
                <a:spcPts val="1000"/>
              </a:lnSpc>
              <a:spcBef>
                <a:spcPts val="90"/>
              </a:spcBef>
            </a:pPr>
            <a:r>
              <a:rPr dirty="0" sz="550" spc="-10">
                <a:solidFill>
                  <a:srgbClr val="585B66"/>
                </a:solidFill>
                <a:latin typeface="Arial"/>
                <a:cs typeface="Arial"/>
                <a:hlinkClick r:id="rId13" action="ppaction://hlinksldjump"/>
              </a:rPr>
              <a:t>Conclusion</a:t>
            </a:r>
            <a:r>
              <a:rPr dirty="0" sz="550" spc="500">
                <a:solidFill>
                  <a:srgbClr val="585B66"/>
                </a:solidFill>
                <a:latin typeface="Arial"/>
                <a:cs typeface="Arial"/>
              </a:rPr>
              <a:t> </a:t>
            </a:r>
            <a:r>
              <a:rPr dirty="0" sz="550">
                <a:solidFill>
                  <a:srgbClr val="585B66"/>
                </a:solidFill>
                <a:latin typeface="Arial"/>
                <a:cs typeface="Arial"/>
                <a:hlinkClick r:id="rId14" action="ppaction://hlinksldjump"/>
              </a:rPr>
              <a:t>Future</a:t>
            </a:r>
            <a:r>
              <a:rPr dirty="0" sz="550" spc="120">
                <a:solidFill>
                  <a:srgbClr val="585B66"/>
                </a:solidFill>
                <a:latin typeface="Arial"/>
                <a:cs typeface="Arial"/>
                <a:hlinkClick r:id="rId14" action="ppaction://hlinksldjump"/>
              </a:rPr>
              <a:t> </a:t>
            </a:r>
            <a:r>
              <a:rPr dirty="0" sz="550" spc="-10">
                <a:solidFill>
                  <a:srgbClr val="585B66"/>
                </a:solidFill>
                <a:latin typeface="Arial"/>
                <a:cs typeface="Arial"/>
                <a:hlinkClick r:id="rId14" action="ppaction://hlinksldjump"/>
              </a:rPr>
              <a:t>Scope</a:t>
            </a:r>
            <a:endParaRPr sz="550">
              <a:latin typeface="Arial"/>
              <a:cs typeface="Arial"/>
            </a:endParaRPr>
          </a:p>
          <a:p>
            <a:pPr marL="28575">
              <a:lnSpc>
                <a:spcPct val="100000"/>
              </a:lnSpc>
              <a:spcBef>
                <a:spcPts val="365"/>
              </a:spcBef>
            </a:pPr>
            <a:r>
              <a:rPr dirty="0" sz="550" spc="-10">
                <a:solidFill>
                  <a:srgbClr val="585B66"/>
                </a:solidFill>
                <a:latin typeface="Arial"/>
                <a:cs typeface="Arial"/>
                <a:hlinkClick r:id="rId15" action="ppaction://hlinksldjump"/>
              </a:rPr>
              <a:t>References</a:t>
            </a:r>
            <a:endParaRPr sz="550">
              <a:latin typeface="Arial"/>
              <a:cs typeface="Arial"/>
            </a:endParaRPr>
          </a:p>
        </p:txBody>
      </p:sp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1419466" y="672706"/>
          <a:ext cx="4138295" cy="218249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11275"/>
                <a:gridCol w="1433830"/>
                <a:gridCol w="1311274"/>
              </a:tblGrid>
              <a:tr h="154940">
                <a:tc>
                  <a:txBody>
                    <a:bodyPr/>
                    <a:lstStyle/>
                    <a:p>
                      <a:pPr marL="62865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dirty="0" sz="750" b="1">
                          <a:solidFill>
                            <a:srgbClr val="131318"/>
                          </a:solidFill>
                          <a:latin typeface="Arial"/>
                          <a:cs typeface="Arial"/>
                        </a:rPr>
                        <a:t>Paper</a:t>
                      </a:r>
                      <a:r>
                        <a:rPr dirty="0" sz="750" spc="-5" b="1">
                          <a:solidFill>
                            <a:srgbClr val="13131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750" b="1">
                          <a:solidFill>
                            <a:srgbClr val="131318"/>
                          </a:solidFill>
                          <a:latin typeface="Arial"/>
                          <a:cs typeface="Arial"/>
                        </a:rPr>
                        <a:t>/</a:t>
                      </a:r>
                      <a:r>
                        <a:rPr dirty="0" sz="750" spc="-5" b="1">
                          <a:solidFill>
                            <a:srgbClr val="13131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750" spc="-20" b="1">
                          <a:solidFill>
                            <a:srgbClr val="131318"/>
                          </a:solidFill>
                          <a:latin typeface="Arial"/>
                          <a:cs typeface="Arial"/>
                        </a:rPr>
                        <a:t>Year</a:t>
                      </a:r>
                      <a:endParaRPr sz="750">
                        <a:latin typeface="Arial"/>
                        <a:cs typeface="Arial"/>
                      </a:endParaRPr>
                    </a:p>
                  </a:txBody>
                  <a:tcPr marL="0" marR="0" marB="0" marT="12065">
                    <a:lnL w="6350">
                      <a:solidFill>
                        <a:srgbClr val="131318"/>
                      </a:solidFill>
                      <a:prstDash val="solid"/>
                    </a:lnL>
                    <a:lnR w="6350">
                      <a:solidFill>
                        <a:srgbClr val="131318"/>
                      </a:solidFill>
                      <a:prstDash val="solid"/>
                    </a:lnR>
                    <a:lnT w="6350">
                      <a:solidFill>
                        <a:srgbClr val="131318"/>
                      </a:solidFill>
                      <a:prstDash val="solid"/>
                    </a:lnT>
                    <a:lnB w="6350">
                      <a:solidFill>
                        <a:srgbClr val="13131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2865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dirty="0" sz="750" spc="-10" b="1">
                          <a:solidFill>
                            <a:srgbClr val="131318"/>
                          </a:solidFill>
                          <a:latin typeface="Arial"/>
                          <a:cs typeface="Arial"/>
                        </a:rPr>
                        <a:t>Approach</a:t>
                      </a:r>
                      <a:endParaRPr sz="750">
                        <a:latin typeface="Arial"/>
                        <a:cs typeface="Arial"/>
                      </a:endParaRPr>
                    </a:p>
                  </a:txBody>
                  <a:tcPr marL="0" marR="0" marB="0" marT="12065">
                    <a:lnL w="6350">
                      <a:solidFill>
                        <a:srgbClr val="131318"/>
                      </a:solidFill>
                      <a:prstDash val="solid"/>
                    </a:lnL>
                    <a:lnR w="6350">
                      <a:solidFill>
                        <a:srgbClr val="131318"/>
                      </a:solidFill>
                      <a:prstDash val="solid"/>
                    </a:lnR>
                    <a:lnT w="6350">
                      <a:solidFill>
                        <a:srgbClr val="131318"/>
                      </a:solidFill>
                      <a:prstDash val="solid"/>
                    </a:lnT>
                    <a:lnB w="6350">
                      <a:solidFill>
                        <a:srgbClr val="13131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2865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dirty="0" sz="750" b="1">
                          <a:solidFill>
                            <a:srgbClr val="131318"/>
                          </a:solidFill>
                          <a:latin typeface="Arial"/>
                          <a:cs typeface="Arial"/>
                        </a:rPr>
                        <a:t>Relevant</a:t>
                      </a:r>
                      <a:r>
                        <a:rPr dirty="0" sz="750" spc="-15" b="1">
                          <a:solidFill>
                            <a:srgbClr val="13131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750" spc="-25" b="1">
                          <a:solidFill>
                            <a:srgbClr val="131318"/>
                          </a:solidFill>
                          <a:latin typeface="Arial"/>
                          <a:cs typeface="Arial"/>
                        </a:rPr>
                        <a:t>gap</a:t>
                      </a:r>
                      <a:endParaRPr sz="750">
                        <a:latin typeface="Arial"/>
                        <a:cs typeface="Arial"/>
                      </a:endParaRPr>
                    </a:p>
                  </a:txBody>
                  <a:tcPr marL="0" marR="0" marB="0" marT="12065">
                    <a:lnL w="6350">
                      <a:solidFill>
                        <a:srgbClr val="131318"/>
                      </a:solidFill>
                      <a:prstDash val="solid"/>
                    </a:lnL>
                    <a:lnR w="6350">
                      <a:solidFill>
                        <a:srgbClr val="131318"/>
                      </a:solidFill>
                      <a:prstDash val="solid"/>
                    </a:lnR>
                    <a:lnT w="6350">
                      <a:solidFill>
                        <a:srgbClr val="131318"/>
                      </a:solidFill>
                      <a:prstDash val="solid"/>
                    </a:lnT>
                    <a:lnB w="6350">
                      <a:solidFill>
                        <a:srgbClr val="131318"/>
                      </a:solidFill>
                      <a:prstDash val="solid"/>
                    </a:lnB>
                  </a:tcPr>
                </a:tc>
              </a:tr>
              <a:tr h="756285">
                <a:tc>
                  <a:txBody>
                    <a:bodyPr/>
                    <a:lstStyle/>
                    <a:p>
                      <a:pPr algn="just" marL="62865" marR="55244">
                        <a:lnSpc>
                          <a:spcPct val="105200"/>
                        </a:lnSpc>
                        <a:spcBef>
                          <a:spcPts val="50"/>
                        </a:spcBef>
                      </a:pPr>
                      <a:r>
                        <a:rPr dirty="0" sz="750" i="1">
                          <a:solidFill>
                            <a:srgbClr val="131318"/>
                          </a:solidFill>
                          <a:latin typeface="Arial"/>
                          <a:cs typeface="Arial"/>
                        </a:rPr>
                        <a:t>Blockchain</a:t>
                      </a:r>
                      <a:r>
                        <a:rPr dirty="0" sz="750" spc="330" i="1">
                          <a:solidFill>
                            <a:srgbClr val="131318"/>
                          </a:solidFill>
                          <a:latin typeface="Arial"/>
                          <a:cs typeface="Arial"/>
                        </a:rPr>
                        <a:t>  </a:t>
                      </a:r>
                      <a:r>
                        <a:rPr dirty="0" sz="750" i="1">
                          <a:solidFill>
                            <a:srgbClr val="131318"/>
                          </a:solidFill>
                          <a:latin typeface="Arial"/>
                          <a:cs typeface="Arial"/>
                        </a:rPr>
                        <a:t>and</a:t>
                      </a:r>
                      <a:r>
                        <a:rPr dirty="0" sz="750" spc="335" i="1">
                          <a:solidFill>
                            <a:srgbClr val="131318"/>
                          </a:solidFill>
                          <a:latin typeface="Arial"/>
                          <a:cs typeface="Arial"/>
                        </a:rPr>
                        <a:t>  </a:t>
                      </a:r>
                      <a:r>
                        <a:rPr dirty="0" sz="750" spc="-10" i="1">
                          <a:solidFill>
                            <a:srgbClr val="131318"/>
                          </a:solidFill>
                          <a:latin typeface="Arial"/>
                          <a:cs typeface="Arial"/>
                        </a:rPr>
                        <a:t>Supply </a:t>
                      </a:r>
                      <a:r>
                        <a:rPr dirty="0" sz="750" i="1">
                          <a:solidFill>
                            <a:srgbClr val="131318"/>
                          </a:solidFill>
                          <a:latin typeface="Arial"/>
                          <a:cs typeface="Arial"/>
                        </a:rPr>
                        <a:t>Chain</a:t>
                      </a:r>
                      <a:r>
                        <a:rPr dirty="0" sz="750" spc="250" i="1">
                          <a:solidFill>
                            <a:srgbClr val="13131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750" i="1">
                          <a:solidFill>
                            <a:srgbClr val="131318"/>
                          </a:solidFill>
                          <a:latin typeface="Arial"/>
                          <a:cs typeface="Arial"/>
                        </a:rPr>
                        <a:t>Finance:</a:t>
                      </a:r>
                      <a:r>
                        <a:rPr dirty="0" sz="750" spc="175" i="1">
                          <a:solidFill>
                            <a:srgbClr val="131318"/>
                          </a:solidFill>
                          <a:latin typeface="Arial"/>
                          <a:cs typeface="Arial"/>
                        </a:rPr>
                        <a:t>  </a:t>
                      </a:r>
                      <a:r>
                        <a:rPr dirty="0" sz="750" i="1">
                          <a:solidFill>
                            <a:srgbClr val="131318"/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dirty="0" sz="750" spc="250" i="1">
                          <a:solidFill>
                            <a:srgbClr val="13131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750" spc="-10" i="1">
                          <a:solidFill>
                            <a:srgbClr val="131318"/>
                          </a:solidFill>
                          <a:latin typeface="Arial"/>
                          <a:cs typeface="Arial"/>
                        </a:rPr>
                        <a:t>Critical </a:t>
                      </a:r>
                      <a:r>
                        <a:rPr dirty="0" sz="750" i="1">
                          <a:solidFill>
                            <a:srgbClr val="131318"/>
                          </a:solidFill>
                          <a:latin typeface="Arial"/>
                          <a:cs typeface="Arial"/>
                        </a:rPr>
                        <a:t>Literature Review </a:t>
                      </a:r>
                      <a:r>
                        <a:rPr dirty="0" sz="750">
                          <a:solidFill>
                            <a:srgbClr val="131318"/>
                          </a:solidFill>
                          <a:latin typeface="Arial"/>
                          <a:cs typeface="Arial"/>
                        </a:rPr>
                        <a:t>— </a:t>
                      </a:r>
                      <a:r>
                        <a:rPr dirty="0" sz="750" spc="-20">
                          <a:solidFill>
                            <a:srgbClr val="131318"/>
                          </a:solidFill>
                          <a:latin typeface="Arial"/>
                          <a:cs typeface="Arial"/>
                        </a:rPr>
                        <a:t>Ioan-</a:t>
                      </a:r>
                      <a:r>
                        <a:rPr dirty="0" sz="750">
                          <a:solidFill>
                            <a:srgbClr val="131318"/>
                          </a:solidFill>
                          <a:latin typeface="Arial"/>
                          <a:cs typeface="Arial"/>
                        </a:rPr>
                        <a:t>nou</a:t>
                      </a:r>
                      <a:r>
                        <a:rPr dirty="0" sz="750" spc="15">
                          <a:solidFill>
                            <a:srgbClr val="13131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750">
                          <a:solidFill>
                            <a:srgbClr val="131318"/>
                          </a:solidFill>
                          <a:latin typeface="Arial"/>
                          <a:cs typeface="Arial"/>
                        </a:rPr>
                        <a:t>&amp;</a:t>
                      </a:r>
                      <a:r>
                        <a:rPr dirty="0" sz="750" spc="20">
                          <a:solidFill>
                            <a:srgbClr val="13131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750">
                          <a:solidFill>
                            <a:srgbClr val="131318"/>
                          </a:solidFill>
                          <a:latin typeface="Arial"/>
                          <a:cs typeface="Arial"/>
                        </a:rPr>
                        <a:t>Demirel</a:t>
                      </a:r>
                      <a:r>
                        <a:rPr dirty="0" sz="750" spc="20">
                          <a:solidFill>
                            <a:srgbClr val="13131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750" spc="-10">
                          <a:solidFill>
                            <a:srgbClr val="131318"/>
                          </a:solidFill>
                          <a:latin typeface="Arial"/>
                          <a:cs typeface="Arial"/>
                        </a:rPr>
                        <a:t>(2022)</a:t>
                      </a:r>
                      <a:endParaRPr sz="750">
                        <a:latin typeface="Arial"/>
                        <a:cs typeface="Arial"/>
                      </a:endParaRPr>
                    </a:p>
                  </a:txBody>
                  <a:tcPr marL="0" marR="0" marB="0" marT="6350">
                    <a:lnL w="6350">
                      <a:solidFill>
                        <a:srgbClr val="131318"/>
                      </a:solidFill>
                      <a:prstDash val="solid"/>
                    </a:lnL>
                    <a:lnR w="6350">
                      <a:solidFill>
                        <a:srgbClr val="131318"/>
                      </a:solidFill>
                      <a:prstDash val="solid"/>
                    </a:lnR>
                    <a:lnT w="6350">
                      <a:solidFill>
                        <a:srgbClr val="131318"/>
                      </a:solidFill>
                      <a:prstDash val="solid"/>
                    </a:lnT>
                    <a:lnB w="6350">
                      <a:solidFill>
                        <a:srgbClr val="13131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just" marL="62865" marR="55244">
                        <a:lnSpc>
                          <a:spcPct val="105200"/>
                        </a:lnSpc>
                        <a:spcBef>
                          <a:spcPts val="50"/>
                        </a:spcBef>
                      </a:pPr>
                      <a:r>
                        <a:rPr dirty="0" sz="750">
                          <a:solidFill>
                            <a:srgbClr val="131318"/>
                          </a:solidFill>
                          <a:latin typeface="Arial"/>
                          <a:cs typeface="Arial"/>
                        </a:rPr>
                        <a:t>Reviews</a:t>
                      </a:r>
                      <a:r>
                        <a:rPr dirty="0" sz="750" spc="-45">
                          <a:solidFill>
                            <a:srgbClr val="13131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750">
                          <a:solidFill>
                            <a:srgbClr val="131318"/>
                          </a:solidFill>
                          <a:latin typeface="Arial"/>
                          <a:cs typeface="Arial"/>
                        </a:rPr>
                        <a:t>research</a:t>
                      </a:r>
                      <a:r>
                        <a:rPr dirty="0" sz="750" spc="-45">
                          <a:solidFill>
                            <a:srgbClr val="13131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750">
                          <a:solidFill>
                            <a:srgbClr val="131318"/>
                          </a:solidFill>
                          <a:latin typeface="Arial"/>
                          <a:cs typeface="Arial"/>
                        </a:rPr>
                        <a:t>across</a:t>
                      </a:r>
                      <a:r>
                        <a:rPr dirty="0" sz="750" spc="-45">
                          <a:solidFill>
                            <a:srgbClr val="13131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750" spc="-10">
                          <a:solidFill>
                            <a:srgbClr val="131318"/>
                          </a:solidFill>
                          <a:latin typeface="Arial"/>
                          <a:cs typeface="Arial"/>
                        </a:rPr>
                        <a:t>oper-</a:t>
                      </a:r>
                      <a:r>
                        <a:rPr dirty="0" sz="750">
                          <a:solidFill>
                            <a:srgbClr val="131318"/>
                          </a:solidFill>
                          <a:latin typeface="Arial"/>
                          <a:cs typeface="Arial"/>
                        </a:rPr>
                        <a:t>ations, finance and law, </a:t>
                      </a:r>
                      <a:r>
                        <a:rPr dirty="0" sz="750" spc="-20">
                          <a:solidFill>
                            <a:srgbClr val="131318"/>
                          </a:solidFill>
                          <a:latin typeface="Arial"/>
                          <a:cs typeface="Arial"/>
                        </a:rPr>
                        <a:t>orga-</a:t>
                      </a:r>
                      <a:r>
                        <a:rPr dirty="0" sz="750">
                          <a:solidFill>
                            <a:srgbClr val="131318"/>
                          </a:solidFill>
                          <a:latin typeface="Arial"/>
                          <a:cs typeface="Arial"/>
                        </a:rPr>
                        <a:t>nizing</a:t>
                      </a:r>
                      <a:r>
                        <a:rPr dirty="0" sz="750" spc="190">
                          <a:solidFill>
                            <a:srgbClr val="13131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750">
                          <a:solidFill>
                            <a:srgbClr val="131318"/>
                          </a:solidFill>
                          <a:latin typeface="Arial"/>
                          <a:cs typeface="Arial"/>
                        </a:rPr>
                        <a:t>evidence</a:t>
                      </a:r>
                      <a:r>
                        <a:rPr dirty="0" sz="750" spc="195">
                          <a:solidFill>
                            <a:srgbClr val="13131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750">
                          <a:solidFill>
                            <a:srgbClr val="131318"/>
                          </a:solidFill>
                          <a:latin typeface="Arial"/>
                          <a:cs typeface="Arial"/>
                        </a:rPr>
                        <a:t>and</a:t>
                      </a:r>
                      <a:r>
                        <a:rPr dirty="0" sz="750" spc="195">
                          <a:solidFill>
                            <a:srgbClr val="13131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750" spc="-10">
                          <a:solidFill>
                            <a:srgbClr val="131318"/>
                          </a:solidFill>
                          <a:latin typeface="Arial"/>
                          <a:cs typeface="Arial"/>
                        </a:rPr>
                        <a:t>adoption </a:t>
                      </a:r>
                      <a:r>
                        <a:rPr dirty="0" sz="750">
                          <a:solidFill>
                            <a:srgbClr val="131318"/>
                          </a:solidFill>
                          <a:latin typeface="Arial"/>
                          <a:cs typeface="Arial"/>
                        </a:rPr>
                        <a:t>challenges in supply-chain </a:t>
                      </a:r>
                      <a:r>
                        <a:rPr dirty="0" sz="750" spc="-25">
                          <a:solidFill>
                            <a:srgbClr val="131318"/>
                          </a:solidFill>
                          <a:latin typeface="Arial"/>
                          <a:cs typeface="Arial"/>
                        </a:rPr>
                        <a:t>fi-</a:t>
                      </a:r>
                      <a:r>
                        <a:rPr dirty="0" sz="750" spc="-10">
                          <a:solidFill>
                            <a:srgbClr val="131318"/>
                          </a:solidFill>
                          <a:latin typeface="Arial"/>
                          <a:cs typeface="Arial"/>
                        </a:rPr>
                        <a:t>nance.</a:t>
                      </a:r>
                      <a:endParaRPr sz="750">
                        <a:latin typeface="Arial"/>
                        <a:cs typeface="Arial"/>
                      </a:endParaRPr>
                    </a:p>
                  </a:txBody>
                  <a:tcPr marL="0" marR="0" marB="0" marT="6350">
                    <a:lnL w="6350">
                      <a:solidFill>
                        <a:srgbClr val="131318"/>
                      </a:solidFill>
                      <a:prstDash val="solid"/>
                    </a:lnL>
                    <a:lnR w="6350">
                      <a:solidFill>
                        <a:srgbClr val="131318"/>
                      </a:solidFill>
                      <a:prstDash val="solid"/>
                    </a:lnR>
                    <a:lnT w="6350">
                      <a:solidFill>
                        <a:srgbClr val="131318"/>
                      </a:solidFill>
                      <a:prstDash val="solid"/>
                    </a:lnT>
                    <a:lnB w="6350">
                      <a:solidFill>
                        <a:srgbClr val="13131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just" marL="62865" marR="55244">
                        <a:lnSpc>
                          <a:spcPct val="105200"/>
                        </a:lnSpc>
                        <a:spcBef>
                          <a:spcPts val="50"/>
                        </a:spcBef>
                      </a:pPr>
                      <a:r>
                        <a:rPr dirty="0" sz="750" spc="-10">
                          <a:solidFill>
                            <a:srgbClr val="131318"/>
                          </a:solidFill>
                          <a:latin typeface="Arial"/>
                          <a:cs typeface="Arial"/>
                        </a:rPr>
                        <a:t>Review-</a:t>
                      </a:r>
                      <a:r>
                        <a:rPr dirty="0" sz="750">
                          <a:solidFill>
                            <a:srgbClr val="131318"/>
                          </a:solidFill>
                          <a:latin typeface="Arial"/>
                          <a:cs typeface="Arial"/>
                        </a:rPr>
                        <a:t>level</a:t>
                      </a:r>
                      <a:r>
                        <a:rPr dirty="0" sz="750" spc="254">
                          <a:solidFill>
                            <a:srgbClr val="131318"/>
                          </a:solidFill>
                          <a:latin typeface="Arial"/>
                          <a:cs typeface="Arial"/>
                        </a:rPr>
                        <a:t>  </a:t>
                      </a:r>
                      <a:r>
                        <a:rPr dirty="0" sz="750">
                          <a:solidFill>
                            <a:srgbClr val="131318"/>
                          </a:solidFill>
                          <a:latin typeface="Arial"/>
                          <a:cs typeface="Arial"/>
                        </a:rPr>
                        <a:t>work;</a:t>
                      </a:r>
                      <a:r>
                        <a:rPr dirty="0" sz="750" spc="434">
                          <a:solidFill>
                            <a:srgbClr val="131318"/>
                          </a:solidFill>
                          <a:latin typeface="Arial"/>
                          <a:cs typeface="Arial"/>
                        </a:rPr>
                        <a:t>  </a:t>
                      </a:r>
                      <a:r>
                        <a:rPr dirty="0" sz="750" spc="-25">
                          <a:solidFill>
                            <a:srgbClr val="131318"/>
                          </a:solidFill>
                          <a:latin typeface="Arial"/>
                          <a:cs typeface="Arial"/>
                        </a:rPr>
                        <a:t>few</a:t>
                      </a:r>
                      <a:r>
                        <a:rPr dirty="0" sz="750">
                          <a:solidFill>
                            <a:srgbClr val="131318"/>
                          </a:solidFill>
                          <a:latin typeface="Arial"/>
                          <a:cs typeface="Arial"/>
                        </a:rPr>
                        <a:t> public</a:t>
                      </a:r>
                      <a:r>
                        <a:rPr dirty="0" sz="750" spc="290">
                          <a:solidFill>
                            <a:srgbClr val="13131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750">
                          <a:solidFill>
                            <a:srgbClr val="131318"/>
                          </a:solidFill>
                          <a:latin typeface="Arial"/>
                          <a:cs typeface="Arial"/>
                        </a:rPr>
                        <a:t>outcomes</a:t>
                      </a:r>
                      <a:r>
                        <a:rPr dirty="0" sz="750" spc="290">
                          <a:solidFill>
                            <a:srgbClr val="13131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750">
                          <a:solidFill>
                            <a:srgbClr val="131318"/>
                          </a:solidFill>
                          <a:latin typeface="Arial"/>
                          <a:cs typeface="Arial"/>
                        </a:rPr>
                        <a:t>from</a:t>
                      </a:r>
                      <a:r>
                        <a:rPr dirty="0" sz="750" spc="295">
                          <a:solidFill>
                            <a:srgbClr val="13131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750" spc="-20">
                          <a:solidFill>
                            <a:srgbClr val="131318"/>
                          </a:solidFill>
                          <a:latin typeface="Arial"/>
                          <a:cs typeface="Arial"/>
                        </a:rPr>
                        <a:t>live</a:t>
                      </a:r>
                      <a:r>
                        <a:rPr dirty="0" sz="750">
                          <a:solidFill>
                            <a:srgbClr val="131318"/>
                          </a:solidFill>
                          <a:latin typeface="Arial"/>
                          <a:cs typeface="Arial"/>
                        </a:rPr>
                        <a:t> pilots, while legal </a:t>
                      </a:r>
                      <a:r>
                        <a:rPr dirty="0" sz="750" spc="-10">
                          <a:solidFill>
                            <a:srgbClr val="131318"/>
                          </a:solidFill>
                          <a:latin typeface="Arial"/>
                          <a:cs typeface="Arial"/>
                        </a:rPr>
                        <a:t>frame-</a:t>
                      </a:r>
                      <a:r>
                        <a:rPr dirty="0" sz="750">
                          <a:solidFill>
                            <a:srgbClr val="131318"/>
                          </a:solidFill>
                          <a:latin typeface="Arial"/>
                          <a:cs typeface="Arial"/>
                        </a:rPr>
                        <a:t>works,</a:t>
                      </a:r>
                      <a:r>
                        <a:rPr dirty="0" sz="750" spc="210">
                          <a:solidFill>
                            <a:srgbClr val="131318"/>
                          </a:solidFill>
                          <a:latin typeface="Arial"/>
                          <a:cs typeface="Arial"/>
                        </a:rPr>
                        <a:t>  </a:t>
                      </a:r>
                      <a:r>
                        <a:rPr dirty="0" sz="750">
                          <a:solidFill>
                            <a:srgbClr val="131318"/>
                          </a:solidFill>
                          <a:latin typeface="Arial"/>
                          <a:cs typeface="Arial"/>
                        </a:rPr>
                        <a:t>data</a:t>
                      </a:r>
                      <a:r>
                        <a:rPr dirty="0" sz="750" spc="150">
                          <a:solidFill>
                            <a:srgbClr val="131318"/>
                          </a:solidFill>
                          <a:latin typeface="Arial"/>
                          <a:cs typeface="Arial"/>
                        </a:rPr>
                        <a:t>  </a:t>
                      </a:r>
                      <a:r>
                        <a:rPr dirty="0" sz="750">
                          <a:solidFill>
                            <a:srgbClr val="131318"/>
                          </a:solidFill>
                          <a:latin typeface="Arial"/>
                          <a:cs typeface="Arial"/>
                        </a:rPr>
                        <a:t>quality</a:t>
                      </a:r>
                      <a:r>
                        <a:rPr dirty="0" sz="750" spc="145">
                          <a:solidFill>
                            <a:srgbClr val="131318"/>
                          </a:solidFill>
                          <a:latin typeface="Arial"/>
                          <a:cs typeface="Arial"/>
                        </a:rPr>
                        <a:t>  </a:t>
                      </a:r>
                      <a:r>
                        <a:rPr dirty="0" sz="750" spc="-25">
                          <a:solidFill>
                            <a:srgbClr val="131318"/>
                          </a:solidFill>
                          <a:latin typeface="Arial"/>
                          <a:cs typeface="Arial"/>
                        </a:rPr>
                        <a:t>and</a:t>
                      </a:r>
                      <a:r>
                        <a:rPr dirty="0" sz="750">
                          <a:solidFill>
                            <a:srgbClr val="131318"/>
                          </a:solidFill>
                          <a:latin typeface="Arial"/>
                          <a:cs typeface="Arial"/>
                        </a:rPr>
                        <a:t> industry</a:t>
                      </a:r>
                      <a:r>
                        <a:rPr dirty="0" sz="750" spc="165">
                          <a:solidFill>
                            <a:srgbClr val="131318"/>
                          </a:solidFill>
                          <a:latin typeface="Arial"/>
                          <a:cs typeface="Arial"/>
                        </a:rPr>
                        <a:t>  </a:t>
                      </a:r>
                      <a:r>
                        <a:rPr dirty="0" sz="750">
                          <a:solidFill>
                            <a:srgbClr val="131318"/>
                          </a:solidFill>
                          <a:latin typeface="Arial"/>
                          <a:cs typeface="Arial"/>
                        </a:rPr>
                        <a:t>adoption</a:t>
                      </a:r>
                      <a:r>
                        <a:rPr dirty="0" sz="750" spc="170">
                          <a:solidFill>
                            <a:srgbClr val="131318"/>
                          </a:solidFill>
                          <a:latin typeface="Arial"/>
                          <a:cs typeface="Arial"/>
                        </a:rPr>
                        <a:t>  </a:t>
                      </a:r>
                      <a:r>
                        <a:rPr dirty="0" sz="750" spc="-10">
                          <a:solidFill>
                            <a:srgbClr val="131318"/>
                          </a:solidFill>
                          <a:latin typeface="Arial"/>
                          <a:cs typeface="Arial"/>
                        </a:rPr>
                        <a:t>remain unresolved.</a:t>
                      </a:r>
                      <a:endParaRPr sz="750">
                        <a:latin typeface="Arial"/>
                        <a:cs typeface="Arial"/>
                      </a:endParaRPr>
                    </a:p>
                  </a:txBody>
                  <a:tcPr marL="0" marR="0" marB="0" marT="6350">
                    <a:lnL w="6350">
                      <a:solidFill>
                        <a:srgbClr val="131318"/>
                      </a:solidFill>
                      <a:prstDash val="solid"/>
                    </a:lnL>
                    <a:lnR w="6350">
                      <a:solidFill>
                        <a:srgbClr val="131318"/>
                      </a:solidFill>
                      <a:prstDash val="solid"/>
                    </a:lnR>
                    <a:lnT w="6350">
                      <a:solidFill>
                        <a:srgbClr val="131318"/>
                      </a:solidFill>
                      <a:prstDash val="solid"/>
                    </a:lnT>
                    <a:lnB w="6350">
                      <a:solidFill>
                        <a:srgbClr val="131318"/>
                      </a:solidFill>
                      <a:prstDash val="solid"/>
                    </a:lnB>
                  </a:tcPr>
                </a:tc>
              </a:tr>
              <a:tr h="635635">
                <a:tc>
                  <a:txBody>
                    <a:bodyPr/>
                    <a:lstStyle/>
                    <a:p>
                      <a:pPr algn="just" marL="62865" marR="55244">
                        <a:lnSpc>
                          <a:spcPct val="105200"/>
                        </a:lnSpc>
                        <a:spcBef>
                          <a:spcPts val="50"/>
                        </a:spcBef>
                      </a:pPr>
                      <a:r>
                        <a:rPr dirty="0" sz="750" i="1">
                          <a:solidFill>
                            <a:srgbClr val="131318"/>
                          </a:solidFill>
                          <a:latin typeface="Arial"/>
                          <a:cs typeface="Arial"/>
                        </a:rPr>
                        <a:t>Block</a:t>
                      </a:r>
                      <a:r>
                        <a:rPr dirty="0" sz="750" spc="330" i="1">
                          <a:solidFill>
                            <a:srgbClr val="131318"/>
                          </a:solidFill>
                          <a:latin typeface="Arial"/>
                          <a:cs typeface="Arial"/>
                        </a:rPr>
                        <a:t>  </a:t>
                      </a:r>
                      <a:r>
                        <a:rPr dirty="0" sz="750" i="1">
                          <a:solidFill>
                            <a:srgbClr val="131318"/>
                          </a:solidFill>
                          <a:latin typeface="Arial"/>
                          <a:cs typeface="Arial"/>
                        </a:rPr>
                        <a:t>by</a:t>
                      </a:r>
                      <a:r>
                        <a:rPr dirty="0" sz="750" spc="335" i="1">
                          <a:solidFill>
                            <a:srgbClr val="131318"/>
                          </a:solidFill>
                          <a:latin typeface="Arial"/>
                          <a:cs typeface="Arial"/>
                        </a:rPr>
                        <a:t>  </a:t>
                      </a:r>
                      <a:r>
                        <a:rPr dirty="0" sz="750" i="1">
                          <a:solidFill>
                            <a:srgbClr val="131318"/>
                          </a:solidFill>
                          <a:latin typeface="Arial"/>
                          <a:cs typeface="Arial"/>
                        </a:rPr>
                        <a:t>Block:</a:t>
                      </a:r>
                      <a:r>
                        <a:rPr dirty="0" sz="750" spc="459" i="1">
                          <a:solidFill>
                            <a:srgbClr val="131318"/>
                          </a:solidFill>
                          <a:latin typeface="Arial"/>
                          <a:cs typeface="Arial"/>
                        </a:rPr>
                        <a:t>   </a:t>
                      </a:r>
                      <a:r>
                        <a:rPr dirty="0" sz="750" spc="-65" i="1">
                          <a:solidFill>
                            <a:srgbClr val="131318"/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dirty="0" sz="750" i="1">
                          <a:solidFill>
                            <a:srgbClr val="131318"/>
                          </a:solidFill>
                          <a:latin typeface="Arial"/>
                          <a:cs typeface="Arial"/>
                        </a:rPr>
                        <a:t> Blockchain-Based </a:t>
                      </a:r>
                      <a:r>
                        <a:rPr dirty="0" sz="750" spc="-10" i="1">
                          <a:solidFill>
                            <a:srgbClr val="131318"/>
                          </a:solidFill>
                          <a:latin typeface="Arial"/>
                          <a:cs typeface="Arial"/>
                        </a:rPr>
                        <a:t>Peer-</a:t>
                      </a:r>
                      <a:r>
                        <a:rPr dirty="0" sz="750" spc="-25" i="1">
                          <a:solidFill>
                            <a:srgbClr val="131318"/>
                          </a:solidFill>
                          <a:latin typeface="Arial"/>
                          <a:cs typeface="Arial"/>
                        </a:rPr>
                        <a:t>to-</a:t>
                      </a:r>
                      <a:r>
                        <a:rPr dirty="0" sz="750" i="1">
                          <a:solidFill>
                            <a:srgbClr val="131318"/>
                          </a:solidFill>
                          <a:latin typeface="Arial"/>
                          <a:cs typeface="Arial"/>
                        </a:rPr>
                        <a:t>Peer</a:t>
                      </a:r>
                      <a:r>
                        <a:rPr dirty="0" sz="750" spc="215" i="1">
                          <a:solidFill>
                            <a:srgbClr val="13131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750" i="1">
                          <a:solidFill>
                            <a:srgbClr val="131318"/>
                          </a:solidFill>
                          <a:latin typeface="Arial"/>
                          <a:cs typeface="Arial"/>
                        </a:rPr>
                        <a:t>Business</a:t>
                      </a:r>
                      <a:r>
                        <a:rPr dirty="0" sz="750" spc="215" i="1">
                          <a:solidFill>
                            <a:srgbClr val="13131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750" spc="-10" i="1">
                          <a:solidFill>
                            <a:srgbClr val="131318"/>
                          </a:solidFill>
                          <a:latin typeface="Arial"/>
                          <a:cs typeface="Arial"/>
                        </a:rPr>
                        <a:t>Transaction </a:t>
                      </a:r>
                      <a:r>
                        <a:rPr dirty="0" sz="750" i="1">
                          <a:solidFill>
                            <a:srgbClr val="131318"/>
                          </a:solidFill>
                          <a:latin typeface="Arial"/>
                          <a:cs typeface="Arial"/>
                        </a:rPr>
                        <a:t>for</a:t>
                      </a:r>
                      <a:r>
                        <a:rPr dirty="0" sz="750" spc="325" i="1">
                          <a:solidFill>
                            <a:srgbClr val="13131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750" i="1">
                          <a:solidFill>
                            <a:srgbClr val="131318"/>
                          </a:solidFill>
                          <a:latin typeface="Arial"/>
                          <a:cs typeface="Arial"/>
                        </a:rPr>
                        <a:t>International</a:t>
                      </a:r>
                      <a:r>
                        <a:rPr dirty="0" sz="750" spc="325" i="1">
                          <a:solidFill>
                            <a:srgbClr val="13131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750" i="1">
                          <a:solidFill>
                            <a:srgbClr val="131318"/>
                          </a:solidFill>
                          <a:latin typeface="Arial"/>
                          <a:cs typeface="Arial"/>
                        </a:rPr>
                        <a:t>Trade</a:t>
                      </a:r>
                      <a:r>
                        <a:rPr dirty="0" sz="750" spc="340" i="1">
                          <a:solidFill>
                            <a:srgbClr val="13131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750" spc="-50">
                          <a:solidFill>
                            <a:srgbClr val="131318"/>
                          </a:solidFill>
                          <a:latin typeface="Arial"/>
                          <a:cs typeface="Arial"/>
                        </a:rPr>
                        <a:t>—</a:t>
                      </a:r>
                      <a:r>
                        <a:rPr dirty="0" sz="750">
                          <a:solidFill>
                            <a:srgbClr val="131318"/>
                          </a:solidFill>
                          <a:latin typeface="Arial"/>
                          <a:cs typeface="Arial"/>
                        </a:rPr>
                        <a:t> Toorajipour</a:t>
                      </a:r>
                      <a:r>
                        <a:rPr dirty="0" sz="750" spc="-15">
                          <a:solidFill>
                            <a:srgbClr val="13131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750">
                          <a:solidFill>
                            <a:srgbClr val="131318"/>
                          </a:solidFill>
                          <a:latin typeface="Arial"/>
                          <a:cs typeface="Arial"/>
                        </a:rPr>
                        <a:t>et</a:t>
                      </a:r>
                      <a:r>
                        <a:rPr dirty="0" sz="750" spc="-10">
                          <a:solidFill>
                            <a:srgbClr val="13131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750">
                          <a:solidFill>
                            <a:srgbClr val="131318"/>
                          </a:solidFill>
                          <a:latin typeface="Arial"/>
                          <a:cs typeface="Arial"/>
                        </a:rPr>
                        <a:t>al.</a:t>
                      </a:r>
                      <a:r>
                        <a:rPr dirty="0" sz="750" spc="35">
                          <a:solidFill>
                            <a:srgbClr val="13131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750" spc="-10">
                          <a:solidFill>
                            <a:srgbClr val="131318"/>
                          </a:solidFill>
                          <a:latin typeface="Arial"/>
                          <a:cs typeface="Arial"/>
                        </a:rPr>
                        <a:t>(2022)</a:t>
                      </a:r>
                      <a:endParaRPr sz="750">
                        <a:latin typeface="Arial"/>
                        <a:cs typeface="Arial"/>
                      </a:endParaRPr>
                    </a:p>
                  </a:txBody>
                  <a:tcPr marL="0" marR="0" marB="0" marT="6350">
                    <a:lnL w="6350">
                      <a:solidFill>
                        <a:srgbClr val="131318"/>
                      </a:solidFill>
                      <a:prstDash val="solid"/>
                    </a:lnL>
                    <a:lnR w="6350">
                      <a:solidFill>
                        <a:srgbClr val="131318"/>
                      </a:solidFill>
                      <a:prstDash val="solid"/>
                    </a:lnR>
                    <a:lnT w="6350">
                      <a:solidFill>
                        <a:srgbClr val="131318"/>
                      </a:solidFill>
                      <a:prstDash val="solid"/>
                    </a:lnT>
                    <a:lnB w="6350">
                      <a:solidFill>
                        <a:srgbClr val="13131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just" marL="62865" marR="55244">
                        <a:lnSpc>
                          <a:spcPct val="105200"/>
                        </a:lnSpc>
                        <a:spcBef>
                          <a:spcPts val="50"/>
                        </a:spcBef>
                      </a:pPr>
                      <a:r>
                        <a:rPr dirty="0" sz="750">
                          <a:solidFill>
                            <a:srgbClr val="131318"/>
                          </a:solidFill>
                          <a:latin typeface="Arial"/>
                          <a:cs typeface="Arial"/>
                        </a:rPr>
                        <a:t>Conceptual</a:t>
                      </a:r>
                      <a:r>
                        <a:rPr dirty="0" sz="750" spc="434">
                          <a:solidFill>
                            <a:srgbClr val="13131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750">
                          <a:solidFill>
                            <a:srgbClr val="131318"/>
                          </a:solidFill>
                          <a:latin typeface="Arial"/>
                          <a:cs typeface="Arial"/>
                        </a:rPr>
                        <a:t>blockchain-</a:t>
                      </a:r>
                      <a:r>
                        <a:rPr dirty="0" sz="750" spc="-10">
                          <a:solidFill>
                            <a:srgbClr val="131318"/>
                          </a:solidFill>
                          <a:latin typeface="Arial"/>
                          <a:cs typeface="Arial"/>
                        </a:rPr>
                        <a:t>based </a:t>
                      </a:r>
                      <a:r>
                        <a:rPr dirty="0" sz="750">
                          <a:solidFill>
                            <a:srgbClr val="131318"/>
                          </a:solidFill>
                          <a:latin typeface="Arial"/>
                          <a:cs typeface="Arial"/>
                        </a:rPr>
                        <a:t>Letter of Credit (BTLC) </a:t>
                      </a:r>
                      <a:r>
                        <a:rPr dirty="0" sz="750" spc="-20">
                          <a:solidFill>
                            <a:srgbClr val="131318"/>
                          </a:solidFill>
                          <a:latin typeface="Arial"/>
                          <a:cs typeface="Arial"/>
                        </a:rPr>
                        <a:t>pro-</a:t>
                      </a:r>
                      <a:r>
                        <a:rPr dirty="0" sz="750">
                          <a:solidFill>
                            <a:srgbClr val="131318"/>
                          </a:solidFill>
                          <a:latin typeface="Arial"/>
                          <a:cs typeface="Arial"/>
                        </a:rPr>
                        <a:t>cess mapped against </a:t>
                      </a:r>
                      <a:r>
                        <a:rPr dirty="0" sz="750" spc="-10">
                          <a:solidFill>
                            <a:srgbClr val="131318"/>
                          </a:solidFill>
                          <a:latin typeface="Arial"/>
                          <a:cs typeface="Arial"/>
                        </a:rPr>
                        <a:t>conven-</a:t>
                      </a:r>
                      <a:r>
                        <a:rPr dirty="0" sz="750">
                          <a:solidFill>
                            <a:srgbClr val="131318"/>
                          </a:solidFill>
                          <a:latin typeface="Arial"/>
                          <a:cs typeface="Arial"/>
                        </a:rPr>
                        <a:t>tional</a:t>
                      </a:r>
                      <a:r>
                        <a:rPr dirty="0" sz="750" spc="15">
                          <a:solidFill>
                            <a:srgbClr val="13131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750">
                          <a:solidFill>
                            <a:srgbClr val="131318"/>
                          </a:solidFill>
                          <a:latin typeface="Arial"/>
                          <a:cs typeface="Arial"/>
                        </a:rPr>
                        <a:t>trade</a:t>
                      </a:r>
                      <a:r>
                        <a:rPr dirty="0" sz="750" spc="15">
                          <a:solidFill>
                            <a:srgbClr val="13131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750" spc="-10">
                          <a:solidFill>
                            <a:srgbClr val="131318"/>
                          </a:solidFill>
                          <a:latin typeface="Arial"/>
                          <a:cs typeface="Arial"/>
                        </a:rPr>
                        <a:t>stages.</a:t>
                      </a:r>
                      <a:endParaRPr sz="750">
                        <a:latin typeface="Arial"/>
                        <a:cs typeface="Arial"/>
                      </a:endParaRPr>
                    </a:p>
                  </a:txBody>
                  <a:tcPr marL="0" marR="0" marB="0" marT="6350">
                    <a:lnL w="6350">
                      <a:solidFill>
                        <a:srgbClr val="131318"/>
                      </a:solidFill>
                      <a:prstDash val="solid"/>
                    </a:lnL>
                    <a:lnR w="6350">
                      <a:solidFill>
                        <a:srgbClr val="131318"/>
                      </a:solidFill>
                      <a:prstDash val="solid"/>
                    </a:lnR>
                    <a:lnT w="6350">
                      <a:solidFill>
                        <a:srgbClr val="131318"/>
                      </a:solidFill>
                      <a:prstDash val="solid"/>
                    </a:lnT>
                    <a:lnB w="6350">
                      <a:solidFill>
                        <a:srgbClr val="13131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just" marL="62865" marR="55244">
                        <a:lnSpc>
                          <a:spcPct val="105200"/>
                        </a:lnSpc>
                        <a:spcBef>
                          <a:spcPts val="50"/>
                        </a:spcBef>
                      </a:pPr>
                      <a:r>
                        <a:rPr dirty="0" sz="750">
                          <a:solidFill>
                            <a:srgbClr val="131318"/>
                          </a:solidFill>
                          <a:latin typeface="Arial"/>
                          <a:cs typeface="Arial"/>
                        </a:rPr>
                        <a:t>Proposed</a:t>
                      </a:r>
                      <a:r>
                        <a:rPr dirty="0" sz="750" spc="260">
                          <a:solidFill>
                            <a:srgbClr val="13131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750">
                          <a:solidFill>
                            <a:srgbClr val="131318"/>
                          </a:solidFill>
                          <a:latin typeface="Arial"/>
                          <a:cs typeface="Arial"/>
                        </a:rPr>
                        <a:t>mechanism</a:t>
                      </a:r>
                      <a:r>
                        <a:rPr dirty="0" sz="750" spc="265">
                          <a:solidFill>
                            <a:srgbClr val="13131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750" spc="-25">
                          <a:solidFill>
                            <a:srgbClr val="131318"/>
                          </a:solidFill>
                          <a:latin typeface="Arial"/>
                          <a:cs typeface="Arial"/>
                        </a:rPr>
                        <a:t>was</a:t>
                      </a:r>
                      <a:r>
                        <a:rPr dirty="0" sz="750">
                          <a:solidFill>
                            <a:srgbClr val="131318"/>
                          </a:solidFill>
                          <a:latin typeface="Arial"/>
                          <a:cs typeface="Arial"/>
                        </a:rPr>
                        <a:t> not</a:t>
                      </a:r>
                      <a:r>
                        <a:rPr dirty="0" sz="750" spc="140">
                          <a:solidFill>
                            <a:srgbClr val="13131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750">
                          <a:solidFill>
                            <a:srgbClr val="131318"/>
                          </a:solidFill>
                          <a:latin typeface="Arial"/>
                          <a:cs typeface="Arial"/>
                        </a:rPr>
                        <a:t>implemented</a:t>
                      </a:r>
                      <a:r>
                        <a:rPr dirty="0" sz="750" spc="145">
                          <a:solidFill>
                            <a:srgbClr val="13131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750">
                          <a:solidFill>
                            <a:srgbClr val="131318"/>
                          </a:solidFill>
                          <a:latin typeface="Arial"/>
                          <a:cs typeface="Arial"/>
                        </a:rPr>
                        <a:t>or</a:t>
                      </a:r>
                      <a:r>
                        <a:rPr dirty="0" sz="750" spc="145">
                          <a:solidFill>
                            <a:srgbClr val="13131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750" spc="-10">
                          <a:solidFill>
                            <a:srgbClr val="131318"/>
                          </a:solidFill>
                          <a:latin typeface="Arial"/>
                          <a:cs typeface="Arial"/>
                        </a:rPr>
                        <a:t>tested; </a:t>
                      </a:r>
                      <a:r>
                        <a:rPr dirty="0" sz="750">
                          <a:solidFill>
                            <a:srgbClr val="131318"/>
                          </a:solidFill>
                          <a:latin typeface="Arial"/>
                          <a:cs typeface="Arial"/>
                        </a:rPr>
                        <a:t>financing,</a:t>
                      </a:r>
                      <a:r>
                        <a:rPr dirty="0" sz="750" spc="10">
                          <a:solidFill>
                            <a:srgbClr val="13131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750">
                          <a:solidFill>
                            <a:srgbClr val="131318"/>
                          </a:solidFill>
                          <a:latin typeface="Arial"/>
                          <a:cs typeface="Arial"/>
                        </a:rPr>
                        <a:t>deferred</a:t>
                      </a:r>
                      <a:r>
                        <a:rPr dirty="0" sz="750" spc="10">
                          <a:solidFill>
                            <a:srgbClr val="13131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750" spc="-10">
                          <a:solidFill>
                            <a:srgbClr val="131318"/>
                          </a:solidFill>
                          <a:latin typeface="Arial"/>
                          <a:cs typeface="Arial"/>
                        </a:rPr>
                        <a:t>payment </a:t>
                      </a:r>
                      <a:r>
                        <a:rPr dirty="0" sz="750">
                          <a:solidFill>
                            <a:srgbClr val="131318"/>
                          </a:solidFill>
                          <a:latin typeface="Arial"/>
                          <a:cs typeface="Arial"/>
                        </a:rPr>
                        <a:t>and logistics integration </a:t>
                      </a:r>
                      <a:r>
                        <a:rPr dirty="0" sz="750" spc="-25">
                          <a:solidFill>
                            <a:srgbClr val="131318"/>
                          </a:solidFill>
                          <a:latin typeface="Arial"/>
                          <a:cs typeface="Arial"/>
                        </a:rPr>
                        <a:t>re-</a:t>
                      </a:r>
                      <a:r>
                        <a:rPr dirty="0" sz="750">
                          <a:solidFill>
                            <a:srgbClr val="131318"/>
                          </a:solidFill>
                          <a:latin typeface="Arial"/>
                          <a:cs typeface="Arial"/>
                        </a:rPr>
                        <a:t>main</a:t>
                      </a:r>
                      <a:r>
                        <a:rPr dirty="0" sz="750" spc="20">
                          <a:solidFill>
                            <a:srgbClr val="13131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750">
                          <a:solidFill>
                            <a:srgbClr val="131318"/>
                          </a:solidFill>
                          <a:latin typeface="Arial"/>
                          <a:cs typeface="Arial"/>
                        </a:rPr>
                        <a:t>outside</a:t>
                      </a:r>
                      <a:r>
                        <a:rPr dirty="0" sz="750" spc="20">
                          <a:solidFill>
                            <a:srgbClr val="13131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750" spc="-10">
                          <a:solidFill>
                            <a:srgbClr val="131318"/>
                          </a:solidFill>
                          <a:latin typeface="Arial"/>
                          <a:cs typeface="Arial"/>
                        </a:rPr>
                        <a:t>scope.</a:t>
                      </a:r>
                      <a:endParaRPr sz="750">
                        <a:latin typeface="Arial"/>
                        <a:cs typeface="Arial"/>
                      </a:endParaRPr>
                    </a:p>
                  </a:txBody>
                  <a:tcPr marL="0" marR="0" marB="0" marT="6350">
                    <a:lnL w="6350">
                      <a:solidFill>
                        <a:srgbClr val="131318"/>
                      </a:solidFill>
                      <a:prstDash val="solid"/>
                    </a:lnL>
                    <a:lnR w="6350">
                      <a:solidFill>
                        <a:srgbClr val="131318"/>
                      </a:solidFill>
                      <a:prstDash val="solid"/>
                    </a:lnR>
                    <a:lnT w="6350">
                      <a:solidFill>
                        <a:srgbClr val="131318"/>
                      </a:solidFill>
                      <a:prstDash val="solid"/>
                    </a:lnT>
                    <a:lnB w="6350">
                      <a:solidFill>
                        <a:srgbClr val="131318"/>
                      </a:solidFill>
                      <a:prstDash val="solid"/>
                    </a:lnB>
                  </a:tcPr>
                </a:tc>
              </a:tr>
              <a:tr h="635635">
                <a:tc>
                  <a:txBody>
                    <a:bodyPr/>
                    <a:lstStyle/>
                    <a:p>
                      <a:pPr algn="just" marL="62865" marR="55244">
                        <a:lnSpc>
                          <a:spcPct val="105200"/>
                        </a:lnSpc>
                        <a:spcBef>
                          <a:spcPts val="50"/>
                        </a:spcBef>
                      </a:pPr>
                      <a:r>
                        <a:rPr dirty="0" sz="750" i="1">
                          <a:solidFill>
                            <a:srgbClr val="131318"/>
                          </a:solidFill>
                          <a:latin typeface="Arial"/>
                          <a:cs typeface="Arial"/>
                        </a:rPr>
                        <a:t>Blockchain-Enabled</a:t>
                      </a:r>
                      <a:r>
                        <a:rPr dirty="0" sz="750" spc="204" i="1">
                          <a:solidFill>
                            <a:srgbClr val="131318"/>
                          </a:solidFill>
                          <a:latin typeface="Arial"/>
                          <a:cs typeface="Arial"/>
                        </a:rPr>
                        <a:t>  </a:t>
                      </a:r>
                      <a:r>
                        <a:rPr dirty="0" sz="750" spc="-20" i="1">
                          <a:solidFill>
                            <a:srgbClr val="131318"/>
                          </a:solidFill>
                          <a:latin typeface="Arial"/>
                          <a:cs typeface="Arial"/>
                        </a:rPr>
                        <a:t>Trade</a:t>
                      </a:r>
                      <a:r>
                        <a:rPr dirty="0" sz="750" i="1">
                          <a:solidFill>
                            <a:srgbClr val="131318"/>
                          </a:solidFill>
                          <a:latin typeface="Arial"/>
                          <a:cs typeface="Arial"/>
                        </a:rPr>
                        <a:t> Finance</a:t>
                      </a:r>
                      <a:r>
                        <a:rPr dirty="0" sz="750" spc="229" i="1">
                          <a:solidFill>
                            <a:srgbClr val="131318"/>
                          </a:solidFill>
                          <a:latin typeface="Arial"/>
                          <a:cs typeface="Arial"/>
                        </a:rPr>
                        <a:t>  </a:t>
                      </a:r>
                      <a:r>
                        <a:rPr dirty="0" sz="750" i="1">
                          <a:solidFill>
                            <a:srgbClr val="131318"/>
                          </a:solidFill>
                          <a:latin typeface="Arial"/>
                          <a:cs typeface="Arial"/>
                        </a:rPr>
                        <a:t>Innovation:</a:t>
                      </a:r>
                      <a:r>
                        <a:rPr dirty="0" sz="750" spc="330" i="1">
                          <a:solidFill>
                            <a:srgbClr val="131318"/>
                          </a:solidFill>
                          <a:latin typeface="Arial"/>
                          <a:cs typeface="Arial"/>
                        </a:rPr>
                        <a:t>   </a:t>
                      </a:r>
                      <a:r>
                        <a:rPr dirty="0" sz="750" spc="-50" i="1">
                          <a:solidFill>
                            <a:srgbClr val="131318"/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dirty="0" sz="750" i="1">
                          <a:solidFill>
                            <a:srgbClr val="131318"/>
                          </a:solidFill>
                          <a:latin typeface="Arial"/>
                          <a:cs typeface="Arial"/>
                        </a:rPr>
                        <a:t> Potential</a:t>
                      </a:r>
                      <a:r>
                        <a:rPr dirty="0" sz="750" spc="70" i="1">
                          <a:solidFill>
                            <a:srgbClr val="13131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750" i="1">
                          <a:solidFill>
                            <a:srgbClr val="131318"/>
                          </a:solidFill>
                          <a:latin typeface="Arial"/>
                          <a:cs typeface="Arial"/>
                        </a:rPr>
                        <a:t>Paradigm</a:t>
                      </a:r>
                      <a:r>
                        <a:rPr dirty="0" sz="750" spc="70" i="1">
                          <a:solidFill>
                            <a:srgbClr val="13131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750" i="1">
                          <a:solidFill>
                            <a:srgbClr val="131318"/>
                          </a:solidFill>
                          <a:latin typeface="Arial"/>
                          <a:cs typeface="Arial"/>
                        </a:rPr>
                        <a:t>Shift</a:t>
                      </a:r>
                      <a:r>
                        <a:rPr dirty="0" sz="750" spc="75" i="1">
                          <a:solidFill>
                            <a:srgbClr val="13131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750" spc="-25" i="1">
                          <a:solidFill>
                            <a:srgbClr val="131318"/>
                          </a:solidFill>
                          <a:latin typeface="Arial"/>
                          <a:cs typeface="Arial"/>
                        </a:rPr>
                        <a:t>on</a:t>
                      </a:r>
                      <a:r>
                        <a:rPr dirty="0" sz="750" i="1">
                          <a:solidFill>
                            <a:srgbClr val="131318"/>
                          </a:solidFill>
                          <a:latin typeface="Arial"/>
                          <a:cs typeface="Arial"/>
                        </a:rPr>
                        <a:t> Using</a:t>
                      </a:r>
                      <a:r>
                        <a:rPr dirty="0" sz="750" spc="300" i="1">
                          <a:solidFill>
                            <a:srgbClr val="13131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750" i="1">
                          <a:solidFill>
                            <a:srgbClr val="131318"/>
                          </a:solidFill>
                          <a:latin typeface="Arial"/>
                          <a:cs typeface="Arial"/>
                        </a:rPr>
                        <a:t>Letter</a:t>
                      </a:r>
                      <a:r>
                        <a:rPr dirty="0" sz="750" spc="300" i="1">
                          <a:solidFill>
                            <a:srgbClr val="13131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750" i="1">
                          <a:solidFill>
                            <a:srgbClr val="131318"/>
                          </a:solidFill>
                          <a:latin typeface="Arial"/>
                          <a:cs typeface="Arial"/>
                        </a:rPr>
                        <a:t>of</a:t>
                      </a:r>
                      <a:r>
                        <a:rPr dirty="0" sz="750" spc="300" i="1">
                          <a:solidFill>
                            <a:srgbClr val="13131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750" i="1">
                          <a:solidFill>
                            <a:srgbClr val="131318"/>
                          </a:solidFill>
                          <a:latin typeface="Arial"/>
                          <a:cs typeface="Arial"/>
                        </a:rPr>
                        <a:t>Credit</a:t>
                      </a:r>
                      <a:r>
                        <a:rPr dirty="0" sz="750" spc="375" i="1">
                          <a:solidFill>
                            <a:srgbClr val="13131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750" spc="-50">
                          <a:solidFill>
                            <a:srgbClr val="131318"/>
                          </a:solidFill>
                          <a:latin typeface="Arial"/>
                          <a:cs typeface="Arial"/>
                        </a:rPr>
                        <a:t>—</a:t>
                      </a:r>
                      <a:r>
                        <a:rPr dirty="0" sz="750">
                          <a:solidFill>
                            <a:srgbClr val="131318"/>
                          </a:solidFill>
                          <a:latin typeface="Arial"/>
                          <a:cs typeface="Arial"/>
                        </a:rPr>
                        <a:t> Chang</a:t>
                      </a:r>
                      <a:r>
                        <a:rPr dirty="0" sz="750" spc="10">
                          <a:solidFill>
                            <a:srgbClr val="13131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750">
                          <a:solidFill>
                            <a:srgbClr val="131318"/>
                          </a:solidFill>
                          <a:latin typeface="Arial"/>
                          <a:cs typeface="Arial"/>
                        </a:rPr>
                        <a:t>et</a:t>
                      </a:r>
                      <a:r>
                        <a:rPr dirty="0" sz="750" spc="10">
                          <a:solidFill>
                            <a:srgbClr val="13131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750">
                          <a:solidFill>
                            <a:srgbClr val="131318"/>
                          </a:solidFill>
                          <a:latin typeface="Arial"/>
                          <a:cs typeface="Arial"/>
                        </a:rPr>
                        <a:t>al.</a:t>
                      </a:r>
                      <a:r>
                        <a:rPr dirty="0" sz="750" spc="65">
                          <a:solidFill>
                            <a:srgbClr val="13131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750" spc="-10">
                          <a:solidFill>
                            <a:srgbClr val="131318"/>
                          </a:solidFill>
                          <a:latin typeface="Arial"/>
                          <a:cs typeface="Arial"/>
                        </a:rPr>
                        <a:t>(2020)</a:t>
                      </a:r>
                      <a:endParaRPr sz="750">
                        <a:latin typeface="Arial"/>
                        <a:cs typeface="Arial"/>
                      </a:endParaRPr>
                    </a:p>
                  </a:txBody>
                  <a:tcPr marL="0" marR="0" marB="0" marT="6350">
                    <a:lnL w="6350">
                      <a:solidFill>
                        <a:srgbClr val="131318"/>
                      </a:solidFill>
                      <a:prstDash val="solid"/>
                    </a:lnL>
                    <a:lnR w="6350">
                      <a:solidFill>
                        <a:srgbClr val="131318"/>
                      </a:solidFill>
                      <a:prstDash val="solid"/>
                    </a:lnR>
                    <a:lnT w="6350">
                      <a:solidFill>
                        <a:srgbClr val="131318"/>
                      </a:solidFill>
                      <a:prstDash val="solid"/>
                    </a:lnT>
                    <a:lnB w="6350">
                      <a:solidFill>
                        <a:srgbClr val="13131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2865" marR="55244">
                        <a:lnSpc>
                          <a:spcPct val="105200"/>
                        </a:lnSpc>
                        <a:spcBef>
                          <a:spcPts val="50"/>
                        </a:spcBef>
                      </a:pPr>
                      <a:r>
                        <a:rPr dirty="0" sz="750">
                          <a:solidFill>
                            <a:srgbClr val="131318"/>
                          </a:solidFill>
                          <a:latin typeface="Arial"/>
                          <a:cs typeface="Arial"/>
                        </a:rPr>
                        <a:t>Qualitative</a:t>
                      </a:r>
                      <a:r>
                        <a:rPr dirty="0" sz="750" spc="20">
                          <a:solidFill>
                            <a:srgbClr val="13131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750">
                          <a:solidFill>
                            <a:srgbClr val="131318"/>
                          </a:solidFill>
                          <a:latin typeface="Arial"/>
                          <a:cs typeface="Arial"/>
                        </a:rPr>
                        <a:t>cross-case</a:t>
                      </a:r>
                      <a:r>
                        <a:rPr dirty="0" sz="750" spc="25">
                          <a:solidFill>
                            <a:srgbClr val="13131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750">
                          <a:solidFill>
                            <a:srgbClr val="131318"/>
                          </a:solidFill>
                          <a:latin typeface="Arial"/>
                          <a:cs typeface="Arial"/>
                        </a:rPr>
                        <a:t>study</a:t>
                      </a:r>
                      <a:r>
                        <a:rPr dirty="0" sz="750" spc="25">
                          <a:solidFill>
                            <a:srgbClr val="13131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750" spc="-25">
                          <a:solidFill>
                            <a:srgbClr val="131318"/>
                          </a:solidFill>
                          <a:latin typeface="Arial"/>
                          <a:cs typeface="Arial"/>
                        </a:rPr>
                        <a:t>of</a:t>
                      </a:r>
                      <a:r>
                        <a:rPr dirty="0" sz="750">
                          <a:solidFill>
                            <a:srgbClr val="131318"/>
                          </a:solidFill>
                          <a:latin typeface="Arial"/>
                          <a:cs typeface="Arial"/>
                        </a:rPr>
                        <a:t> five</a:t>
                      </a:r>
                      <a:r>
                        <a:rPr dirty="0" sz="750" spc="-5">
                          <a:solidFill>
                            <a:srgbClr val="13131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750">
                          <a:solidFill>
                            <a:srgbClr val="131318"/>
                          </a:solidFill>
                          <a:latin typeface="Arial"/>
                          <a:cs typeface="Arial"/>
                        </a:rPr>
                        <a:t>blockchain LC </a:t>
                      </a:r>
                      <a:r>
                        <a:rPr dirty="0" sz="750" spc="-10">
                          <a:solidFill>
                            <a:srgbClr val="131318"/>
                          </a:solidFill>
                          <a:latin typeface="Arial"/>
                          <a:cs typeface="Arial"/>
                        </a:rPr>
                        <a:t>pilots.</a:t>
                      </a:r>
                      <a:endParaRPr sz="750">
                        <a:latin typeface="Arial"/>
                        <a:cs typeface="Arial"/>
                      </a:endParaRPr>
                    </a:p>
                  </a:txBody>
                  <a:tcPr marL="0" marR="0" marB="0" marT="6350">
                    <a:lnL w="6350">
                      <a:solidFill>
                        <a:srgbClr val="131318"/>
                      </a:solidFill>
                      <a:prstDash val="solid"/>
                    </a:lnL>
                    <a:lnR w="6350">
                      <a:solidFill>
                        <a:srgbClr val="131318"/>
                      </a:solidFill>
                      <a:prstDash val="solid"/>
                    </a:lnR>
                    <a:lnT w="6350">
                      <a:solidFill>
                        <a:srgbClr val="131318"/>
                      </a:solidFill>
                      <a:prstDash val="solid"/>
                    </a:lnT>
                    <a:lnB w="6350">
                      <a:solidFill>
                        <a:srgbClr val="13131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just" marL="62865" marR="55244">
                        <a:lnSpc>
                          <a:spcPct val="105200"/>
                        </a:lnSpc>
                        <a:spcBef>
                          <a:spcPts val="50"/>
                        </a:spcBef>
                      </a:pPr>
                      <a:r>
                        <a:rPr dirty="0" sz="750">
                          <a:solidFill>
                            <a:srgbClr val="131318"/>
                          </a:solidFill>
                          <a:latin typeface="Arial"/>
                          <a:cs typeface="Arial"/>
                        </a:rPr>
                        <a:t>Case evidence is </a:t>
                      </a:r>
                      <a:r>
                        <a:rPr dirty="0" sz="750" spc="-10">
                          <a:solidFill>
                            <a:srgbClr val="131318"/>
                          </a:solidFill>
                          <a:latin typeface="Arial"/>
                          <a:cs typeface="Arial"/>
                        </a:rPr>
                        <a:t>descrip-</a:t>
                      </a:r>
                      <a:r>
                        <a:rPr dirty="0" sz="750">
                          <a:solidFill>
                            <a:srgbClr val="131318"/>
                          </a:solidFill>
                          <a:latin typeface="Arial"/>
                          <a:cs typeface="Arial"/>
                        </a:rPr>
                        <a:t>tive</a:t>
                      </a:r>
                      <a:r>
                        <a:rPr dirty="0" sz="750" spc="235">
                          <a:solidFill>
                            <a:srgbClr val="13131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750">
                          <a:solidFill>
                            <a:srgbClr val="131318"/>
                          </a:solidFill>
                          <a:latin typeface="Arial"/>
                          <a:cs typeface="Arial"/>
                        </a:rPr>
                        <a:t>and</a:t>
                      </a:r>
                      <a:r>
                        <a:rPr dirty="0" sz="750" spc="240">
                          <a:solidFill>
                            <a:srgbClr val="13131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750">
                          <a:solidFill>
                            <a:srgbClr val="131318"/>
                          </a:solidFill>
                          <a:latin typeface="Arial"/>
                          <a:cs typeface="Arial"/>
                        </a:rPr>
                        <a:t>not</a:t>
                      </a:r>
                      <a:r>
                        <a:rPr dirty="0" sz="750" spc="235">
                          <a:solidFill>
                            <a:srgbClr val="13131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750" spc="-10">
                          <a:solidFill>
                            <a:srgbClr val="131318"/>
                          </a:solidFill>
                          <a:latin typeface="Arial"/>
                          <a:cs typeface="Arial"/>
                        </a:rPr>
                        <a:t>standardized; </a:t>
                      </a:r>
                      <a:r>
                        <a:rPr dirty="0" sz="750">
                          <a:solidFill>
                            <a:srgbClr val="131318"/>
                          </a:solidFill>
                          <a:latin typeface="Arial"/>
                          <a:cs typeface="Arial"/>
                        </a:rPr>
                        <a:t>technical, legal and </a:t>
                      </a:r>
                      <a:r>
                        <a:rPr dirty="0" sz="750" spc="-10">
                          <a:solidFill>
                            <a:srgbClr val="131318"/>
                          </a:solidFill>
                          <a:latin typeface="Arial"/>
                          <a:cs typeface="Arial"/>
                        </a:rPr>
                        <a:t>interop-</a:t>
                      </a:r>
                      <a:r>
                        <a:rPr dirty="0" sz="750">
                          <a:solidFill>
                            <a:srgbClr val="131318"/>
                          </a:solidFill>
                          <a:latin typeface="Arial"/>
                          <a:cs typeface="Arial"/>
                        </a:rPr>
                        <a:t>erability</a:t>
                      </a:r>
                      <a:r>
                        <a:rPr dirty="0" sz="750" spc="15">
                          <a:solidFill>
                            <a:srgbClr val="13131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750">
                          <a:solidFill>
                            <a:srgbClr val="131318"/>
                          </a:solidFill>
                          <a:latin typeface="Arial"/>
                          <a:cs typeface="Arial"/>
                        </a:rPr>
                        <a:t>issues</a:t>
                      </a:r>
                      <a:r>
                        <a:rPr dirty="0" sz="750" spc="20">
                          <a:solidFill>
                            <a:srgbClr val="13131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750" spc="-10">
                          <a:solidFill>
                            <a:srgbClr val="131318"/>
                          </a:solidFill>
                          <a:latin typeface="Arial"/>
                          <a:cs typeface="Arial"/>
                        </a:rPr>
                        <a:t>remain.</a:t>
                      </a:r>
                      <a:endParaRPr sz="750">
                        <a:latin typeface="Arial"/>
                        <a:cs typeface="Arial"/>
                      </a:endParaRPr>
                    </a:p>
                  </a:txBody>
                  <a:tcPr marL="0" marR="0" marB="0" marT="6350">
                    <a:lnL w="6350">
                      <a:solidFill>
                        <a:srgbClr val="131318"/>
                      </a:solidFill>
                      <a:prstDash val="solid"/>
                    </a:lnL>
                    <a:lnR w="6350">
                      <a:solidFill>
                        <a:srgbClr val="131318"/>
                      </a:solidFill>
                      <a:prstDash val="solid"/>
                    </a:lnR>
                    <a:lnT w="6350">
                      <a:solidFill>
                        <a:srgbClr val="131318"/>
                      </a:solidFill>
                      <a:prstDash val="solid"/>
                    </a:lnT>
                    <a:lnB w="6350">
                      <a:solidFill>
                        <a:srgbClr val="131318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spd="fast">
    <p:cut thruBlk="0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Literature</a:t>
            </a:r>
            <a:r>
              <a:rPr dirty="0" spc="155"/>
              <a:t> </a:t>
            </a:r>
            <a:r>
              <a:rPr dirty="0" spc="-10"/>
              <a:t>Review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5303520" y="217041"/>
            <a:ext cx="217170" cy="126364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650">
                <a:solidFill>
                  <a:srgbClr val="787D86"/>
                </a:solidFill>
                <a:latin typeface="Arial"/>
                <a:cs typeface="Arial"/>
              </a:rPr>
              <a:t>5</a:t>
            </a:r>
            <a:r>
              <a:rPr dirty="0" sz="650" spc="-65">
                <a:solidFill>
                  <a:srgbClr val="787D86"/>
                </a:solidFill>
                <a:latin typeface="Arial"/>
                <a:cs typeface="Arial"/>
              </a:rPr>
              <a:t> </a:t>
            </a:r>
            <a:r>
              <a:rPr dirty="0" sz="650">
                <a:solidFill>
                  <a:srgbClr val="787D86"/>
                </a:solidFill>
                <a:latin typeface="Arial"/>
                <a:cs typeface="Arial"/>
              </a:rPr>
              <a:t>/</a:t>
            </a:r>
            <a:r>
              <a:rPr dirty="0" sz="650" spc="-70">
                <a:solidFill>
                  <a:srgbClr val="787D86"/>
                </a:solidFill>
                <a:latin typeface="Arial"/>
                <a:cs typeface="Arial"/>
              </a:rPr>
              <a:t> </a:t>
            </a:r>
            <a:r>
              <a:rPr dirty="0" sz="650" spc="-25">
                <a:solidFill>
                  <a:srgbClr val="787D86"/>
                </a:solidFill>
                <a:latin typeface="Arial"/>
                <a:cs typeface="Arial"/>
              </a:rPr>
              <a:t>24</a:t>
            </a:r>
            <a:endParaRPr sz="650">
              <a:latin typeface="Arial"/>
              <a:cs typeface="Arial"/>
            </a:endParaRPr>
          </a:p>
        </p:txBody>
      </p:sp>
      <p:grpSp>
        <p:nvGrpSpPr>
          <p:cNvPr id="2" name="object 2"/>
          <p:cNvGrpSpPr/>
          <p:nvPr/>
        </p:nvGrpSpPr>
        <p:grpSpPr>
          <a:xfrm>
            <a:off x="0" y="1200975"/>
            <a:ext cx="1146175" cy="112395"/>
            <a:chOff x="0" y="1200975"/>
            <a:chExt cx="1146175" cy="112395"/>
          </a:xfrm>
        </p:grpSpPr>
        <p:sp>
          <p:nvSpPr>
            <p:cNvPr id="3" name="object 3"/>
            <p:cNvSpPr/>
            <p:nvPr/>
          </p:nvSpPr>
          <p:spPr>
            <a:xfrm>
              <a:off x="0" y="1200975"/>
              <a:ext cx="20320" cy="112395"/>
            </a:xfrm>
            <a:custGeom>
              <a:avLst/>
              <a:gdLst/>
              <a:ahLst/>
              <a:cxnLst/>
              <a:rect l="l" t="t" r="r" b="b"/>
              <a:pathLst>
                <a:path w="20320" h="112394">
                  <a:moveTo>
                    <a:pt x="20243" y="0"/>
                  </a:moveTo>
                  <a:lnTo>
                    <a:pt x="0" y="0"/>
                  </a:lnTo>
                  <a:lnTo>
                    <a:pt x="0" y="112153"/>
                  </a:lnTo>
                  <a:lnTo>
                    <a:pt x="20243" y="112153"/>
                  </a:lnTo>
                  <a:lnTo>
                    <a:pt x="20243" y="0"/>
                  </a:lnTo>
                  <a:close/>
                </a:path>
              </a:pathLst>
            </a:custGeom>
            <a:solidFill>
              <a:srgbClr val="0B4CB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20243" y="1200975"/>
              <a:ext cx="1125855" cy="112395"/>
            </a:xfrm>
            <a:custGeom>
              <a:avLst/>
              <a:gdLst/>
              <a:ahLst/>
              <a:cxnLst/>
              <a:rect l="l" t="t" r="r" b="b"/>
              <a:pathLst>
                <a:path w="1125855" h="112394">
                  <a:moveTo>
                    <a:pt x="1125423" y="0"/>
                  </a:moveTo>
                  <a:lnTo>
                    <a:pt x="0" y="0"/>
                  </a:lnTo>
                  <a:lnTo>
                    <a:pt x="0" y="112153"/>
                  </a:lnTo>
                  <a:lnTo>
                    <a:pt x="1125423" y="112153"/>
                  </a:lnTo>
                  <a:lnTo>
                    <a:pt x="1125423" y="0"/>
                  </a:lnTo>
                  <a:close/>
                </a:path>
              </a:pathLst>
            </a:custGeom>
            <a:solidFill>
              <a:srgbClr val="DCE5F7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/>
          <p:cNvSpPr txBox="1"/>
          <p:nvPr/>
        </p:nvSpPr>
        <p:spPr>
          <a:xfrm>
            <a:off x="20243" y="906851"/>
            <a:ext cx="1125855" cy="19075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8575" marR="452120">
              <a:lnSpc>
                <a:spcPct val="150500"/>
              </a:lnSpc>
              <a:spcBef>
                <a:spcPts val="95"/>
              </a:spcBef>
            </a:pPr>
            <a:r>
              <a:rPr dirty="0" sz="550" spc="-10">
                <a:solidFill>
                  <a:srgbClr val="585B66"/>
                </a:solidFill>
                <a:latin typeface="Arial"/>
                <a:cs typeface="Arial"/>
                <a:hlinkClick r:id="rId2" action="ppaction://hlinksldjump"/>
              </a:rPr>
              <a:t>Introduction</a:t>
            </a:r>
            <a:r>
              <a:rPr dirty="0" sz="550" spc="500">
                <a:solidFill>
                  <a:srgbClr val="585B66"/>
                </a:solidFill>
                <a:latin typeface="Arial"/>
                <a:cs typeface="Arial"/>
              </a:rPr>
              <a:t> </a:t>
            </a:r>
            <a:r>
              <a:rPr dirty="0" sz="550">
                <a:solidFill>
                  <a:srgbClr val="585B66"/>
                </a:solidFill>
                <a:latin typeface="Arial"/>
                <a:cs typeface="Arial"/>
                <a:hlinkClick r:id="rId3" action="ppaction://hlinksldjump"/>
              </a:rPr>
              <a:t>Problem</a:t>
            </a:r>
            <a:r>
              <a:rPr dirty="0" sz="550" spc="125">
                <a:solidFill>
                  <a:srgbClr val="585B66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dirty="0" sz="550" spc="-10">
                <a:solidFill>
                  <a:srgbClr val="585B66"/>
                </a:solidFill>
                <a:latin typeface="Arial"/>
                <a:cs typeface="Arial"/>
                <a:hlinkClick r:id="rId3" action="ppaction://hlinksldjump"/>
              </a:rPr>
              <a:t>Statement</a:t>
            </a:r>
            <a:r>
              <a:rPr dirty="0" sz="550" spc="500">
                <a:solidFill>
                  <a:srgbClr val="585B66"/>
                </a:solidFill>
                <a:latin typeface="Arial"/>
                <a:cs typeface="Arial"/>
              </a:rPr>
              <a:t> </a:t>
            </a:r>
            <a:r>
              <a:rPr dirty="0" sz="550" spc="10">
                <a:solidFill>
                  <a:srgbClr val="0B4CB2"/>
                </a:solidFill>
                <a:latin typeface="Arial"/>
                <a:cs typeface="Arial"/>
                <a:hlinkClick r:id="rId4" action="ppaction://hlinksldjump"/>
              </a:rPr>
              <a:t>Literature</a:t>
            </a:r>
            <a:r>
              <a:rPr dirty="0" sz="550" spc="70">
                <a:solidFill>
                  <a:srgbClr val="0B4CB2"/>
                </a:solidFill>
                <a:latin typeface="Arial"/>
                <a:cs typeface="Arial"/>
                <a:hlinkClick r:id="rId4" action="ppaction://hlinksldjump"/>
              </a:rPr>
              <a:t> </a:t>
            </a:r>
            <a:r>
              <a:rPr dirty="0" sz="550" spc="-10">
                <a:solidFill>
                  <a:srgbClr val="0B4CB2"/>
                </a:solidFill>
                <a:latin typeface="Arial"/>
                <a:cs typeface="Arial"/>
                <a:hlinkClick r:id="rId4" action="ppaction://hlinksldjump"/>
              </a:rPr>
              <a:t>Review</a:t>
            </a:r>
            <a:r>
              <a:rPr dirty="0" sz="550" spc="500">
                <a:solidFill>
                  <a:srgbClr val="0B4CB2"/>
                </a:solidFill>
                <a:latin typeface="Arial"/>
                <a:cs typeface="Arial"/>
              </a:rPr>
              <a:t> </a:t>
            </a:r>
            <a:r>
              <a:rPr dirty="0" sz="550" spc="10">
                <a:solidFill>
                  <a:srgbClr val="585B66"/>
                </a:solidFill>
                <a:latin typeface="Arial"/>
                <a:cs typeface="Arial"/>
                <a:hlinkClick r:id="rId5" action="ppaction://hlinksldjump"/>
              </a:rPr>
              <a:t>Proposed</a:t>
            </a:r>
            <a:r>
              <a:rPr dirty="0" sz="550" spc="114">
                <a:solidFill>
                  <a:srgbClr val="585B66"/>
                </a:solidFill>
                <a:latin typeface="Arial"/>
                <a:cs typeface="Arial"/>
                <a:hlinkClick r:id="rId5" action="ppaction://hlinksldjump"/>
              </a:rPr>
              <a:t> </a:t>
            </a:r>
            <a:r>
              <a:rPr dirty="0" sz="550" spc="-10">
                <a:solidFill>
                  <a:srgbClr val="585B66"/>
                </a:solidFill>
                <a:latin typeface="Arial"/>
                <a:cs typeface="Arial"/>
                <a:hlinkClick r:id="rId5" action="ppaction://hlinksldjump"/>
              </a:rPr>
              <a:t>Solution</a:t>
            </a:r>
            <a:endParaRPr sz="550">
              <a:latin typeface="Arial"/>
              <a:cs typeface="Arial"/>
            </a:endParaRPr>
          </a:p>
          <a:p>
            <a:pPr marL="28575" marR="421640">
              <a:lnSpc>
                <a:spcPct val="166600"/>
              </a:lnSpc>
              <a:spcBef>
                <a:spcPts val="10"/>
              </a:spcBef>
            </a:pPr>
            <a:r>
              <a:rPr dirty="0" sz="550">
                <a:solidFill>
                  <a:srgbClr val="585B66"/>
                </a:solidFill>
                <a:latin typeface="Arial"/>
                <a:cs typeface="Arial"/>
                <a:hlinkClick r:id="rId6" action="ppaction://hlinksldjump"/>
              </a:rPr>
              <a:t>System</a:t>
            </a:r>
            <a:r>
              <a:rPr dirty="0" sz="550" spc="135">
                <a:solidFill>
                  <a:srgbClr val="585B66"/>
                </a:solidFill>
                <a:latin typeface="Arial"/>
                <a:cs typeface="Arial"/>
                <a:hlinkClick r:id="rId6" action="ppaction://hlinksldjump"/>
              </a:rPr>
              <a:t> </a:t>
            </a:r>
            <a:r>
              <a:rPr dirty="0" sz="550" spc="-10">
                <a:solidFill>
                  <a:srgbClr val="585B66"/>
                </a:solidFill>
                <a:latin typeface="Arial"/>
                <a:cs typeface="Arial"/>
                <a:hlinkClick r:id="rId6" action="ppaction://hlinksldjump"/>
              </a:rPr>
              <a:t>Architecture</a:t>
            </a:r>
            <a:r>
              <a:rPr dirty="0" sz="550" spc="500">
                <a:solidFill>
                  <a:srgbClr val="585B66"/>
                </a:solidFill>
                <a:latin typeface="Arial"/>
                <a:cs typeface="Arial"/>
              </a:rPr>
              <a:t> </a:t>
            </a:r>
            <a:r>
              <a:rPr dirty="0" sz="550" spc="-10">
                <a:solidFill>
                  <a:srgbClr val="585B66"/>
                </a:solidFill>
                <a:latin typeface="Arial"/>
                <a:cs typeface="Arial"/>
                <a:hlinkClick r:id="rId7" action="ppaction://hlinksldjump"/>
              </a:rPr>
              <a:t>Methodology</a:t>
            </a:r>
            <a:endParaRPr sz="550">
              <a:latin typeface="Arial"/>
              <a:cs typeface="Arial"/>
            </a:endParaRPr>
          </a:p>
          <a:p>
            <a:pPr marL="28575">
              <a:lnSpc>
                <a:spcPct val="100000"/>
              </a:lnSpc>
              <a:spcBef>
                <a:spcPts val="450"/>
              </a:spcBef>
            </a:pPr>
            <a:r>
              <a:rPr dirty="0" sz="550" spc="10">
                <a:solidFill>
                  <a:srgbClr val="585B66"/>
                </a:solidFill>
                <a:latin typeface="Arial"/>
                <a:cs typeface="Arial"/>
                <a:hlinkClick r:id="rId8" action="ppaction://hlinksldjump"/>
              </a:rPr>
              <a:t>Functional</a:t>
            </a:r>
            <a:r>
              <a:rPr dirty="0" sz="550" spc="85">
                <a:solidFill>
                  <a:srgbClr val="585B66"/>
                </a:solidFill>
                <a:latin typeface="Arial"/>
                <a:cs typeface="Arial"/>
                <a:hlinkClick r:id="rId8" action="ppaction://hlinksldjump"/>
              </a:rPr>
              <a:t> </a:t>
            </a:r>
            <a:r>
              <a:rPr dirty="0" sz="550" spc="-10">
                <a:solidFill>
                  <a:srgbClr val="585B66"/>
                </a:solidFill>
                <a:latin typeface="Arial"/>
                <a:cs typeface="Arial"/>
                <a:hlinkClick r:id="rId8" action="ppaction://hlinksldjump"/>
              </a:rPr>
              <a:t>Requirements</a:t>
            </a:r>
            <a:endParaRPr sz="550">
              <a:latin typeface="Arial"/>
              <a:cs typeface="Arial"/>
            </a:endParaRPr>
          </a:p>
          <a:p>
            <a:pPr marL="28575" marR="98425">
              <a:lnSpc>
                <a:spcPct val="166600"/>
              </a:lnSpc>
            </a:pPr>
            <a:r>
              <a:rPr dirty="0" sz="550" spc="10">
                <a:solidFill>
                  <a:srgbClr val="585B66"/>
                </a:solidFill>
                <a:latin typeface="Arial"/>
                <a:cs typeface="Arial"/>
                <a:hlinkClick r:id="rId9" action="ppaction://hlinksldjump"/>
              </a:rPr>
              <a:t>Non-Functional</a:t>
            </a:r>
            <a:r>
              <a:rPr dirty="0" sz="550" spc="125">
                <a:solidFill>
                  <a:srgbClr val="585B66"/>
                </a:solidFill>
                <a:latin typeface="Arial"/>
                <a:cs typeface="Arial"/>
                <a:hlinkClick r:id="rId9" action="ppaction://hlinksldjump"/>
              </a:rPr>
              <a:t> </a:t>
            </a:r>
            <a:r>
              <a:rPr dirty="0" sz="550" spc="-10">
                <a:solidFill>
                  <a:srgbClr val="585B66"/>
                </a:solidFill>
                <a:latin typeface="Arial"/>
                <a:cs typeface="Arial"/>
                <a:hlinkClick r:id="rId9" action="ppaction://hlinksldjump"/>
              </a:rPr>
              <a:t>Requirements</a:t>
            </a:r>
            <a:r>
              <a:rPr dirty="0" sz="550" spc="500">
                <a:solidFill>
                  <a:srgbClr val="585B66"/>
                </a:solidFill>
                <a:latin typeface="Arial"/>
                <a:cs typeface="Arial"/>
              </a:rPr>
              <a:t> </a:t>
            </a:r>
            <a:r>
              <a:rPr dirty="0" sz="550">
                <a:solidFill>
                  <a:srgbClr val="585B66"/>
                </a:solidFill>
                <a:latin typeface="Arial"/>
                <a:cs typeface="Arial"/>
                <a:hlinkClick r:id="rId10" action="ppaction://hlinksldjump"/>
              </a:rPr>
              <a:t>Hardware</a:t>
            </a:r>
            <a:r>
              <a:rPr dirty="0" sz="550" spc="150">
                <a:solidFill>
                  <a:srgbClr val="585B66"/>
                </a:solidFill>
                <a:latin typeface="Arial"/>
                <a:cs typeface="Arial"/>
                <a:hlinkClick r:id="rId10" action="ppaction://hlinksldjump"/>
              </a:rPr>
              <a:t> </a:t>
            </a:r>
            <a:r>
              <a:rPr dirty="0" sz="550" spc="-10">
                <a:solidFill>
                  <a:srgbClr val="585B66"/>
                </a:solidFill>
                <a:latin typeface="Arial"/>
                <a:cs typeface="Arial"/>
                <a:hlinkClick r:id="rId10" action="ppaction://hlinksldjump"/>
              </a:rPr>
              <a:t>Requirements</a:t>
            </a:r>
            <a:endParaRPr sz="550">
              <a:latin typeface="Arial"/>
              <a:cs typeface="Arial"/>
            </a:endParaRPr>
          </a:p>
          <a:p>
            <a:pPr marL="28575" marR="311150">
              <a:lnSpc>
                <a:spcPct val="166600"/>
              </a:lnSpc>
              <a:spcBef>
                <a:spcPts val="10"/>
              </a:spcBef>
            </a:pPr>
            <a:r>
              <a:rPr dirty="0" sz="550">
                <a:solidFill>
                  <a:srgbClr val="585B66"/>
                </a:solidFill>
                <a:latin typeface="Arial"/>
                <a:cs typeface="Arial"/>
                <a:hlinkClick r:id="rId11" action="ppaction://hlinksldjump"/>
              </a:rPr>
              <a:t>Software</a:t>
            </a:r>
            <a:r>
              <a:rPr dirty="0" sz="550" spc="150">
                <a:solidFill>
                  <a:srgbClr val="585B66"/>
                </a:solidFill>
                <a:latin typeface="Arial"/>
                <a:cs typeface="Arial"/>
                <a:hlinkClick r:id="rId11" action="ppaction://hlinksldjump"/>
              </a:rPr>
              <a:t> </a:t>
            </a:r>
            <a:r>
              <a:rPr dirty="0" sz="550" spc="-10">
                <a:solidFill>
                  <a:srgbClr val="585B66"/>
                </a:solidFill>
                <a:latin typeface="Arial"/>
                <a:cs typeface="Arial"/>
                <a:hlinkClick r:id="rId11" action="ppaction://hlinksldjump"/>
              </a:rPr>
              <a:t>Requirements</a:t>
            </a:r>
            <a:r>
              <a:rPr dirty="0" sz="550" spc="500">
                <a:solidFill>
                  <a:srgbClr val="585B66"/>
                </a:solidFill>
                <a:latin typeface="Arial"/>
                <a:cs typeface="Arial"/>
              </a:rPr>
              <a:t> </a:t>
            </a:r>
            <a:r>
              <a:rPr dirty="0" sz="550" spc="-10">
                <a:solidFill>
                  <a:srgbClr val="585B66"/>
                </a:solidFill>
                <a:latin typeface="Arial"/>
                <a:cs typeface="Arial"/>
                <a:hlinkClick r:id="rId12" action="ppaction://hlinksldjump"/>
              </a:rPr>
              <a:t>Result</a:t>
            </a:r>
            <a:endParaRPr sz="550">
              <a:latin typeface="Arial"/>
              <a:cs typeface="Arial"/>
            </a:endParaRPr>
          </a:p>
          <a:p>
            <a:pPr marL="28575" marR="640715">
              <a:lnSpc>
                <a:spcPts val="1000"/>
              </a:lnSpc>
              <a:spcBef>
                <a:spcPts val="90"/>
              </a:spcBef>
            </a:pPr>
            <a:r>
              <a:rPr dirty="0" sz="550" spc="-10">
                <a:solidFill>
                  <a:srgbClr val="585B66"/>
                </a:solidFill>
                <a:latin typeface="Arial"/>
                <a:cs typeface="Arial"/>
                <a:hlinkClick r:id="rId13" action="ppaction://hlinksldjump"/>
              </a:rPr>
              <a:t>Conclusion</a:t>
            </a:r>
            <a:r>
              <a:rPr dirty="0" sz="550" spc="500">
                <a:solidFill>
                  <a:srgbClr val="585B66"/>
                </a:solidFill>
                <a:latin typeface="Arial"/>
                <a:cs typeface="Arial"/>
              </a:rPr>
              <a:t> </a:t>
            </a:r>
            <a:r>
              <a:rPr dirty="0" sz="550">
                <a:solidFill>
                  <a:srgbClr val="585B66"/>
                </a:solidFill>
                <a:latin typeface="Arial"/>
                <a:cs typeface="Arial"/>
                <a:hlinkClick r:id="rId14" action="ppaction://hlinksldjump"/>
              </a:rPr>
              <a:t>Future</a:t>
            </a:r>
            <a:r>
              <a:rPr dirty="0" sz="550" spc="120">
                <a:solidFill>
                  <a:srgbClr val="585B66"/>
                </a:solidFill>
                <a:latin typeface="Arial"/>
                <a:cs typeface="Arial"/>
                <a:hlinkClick r:id="rId14" action="ppaction://hlinksldjump"/>
              </a:rPr>
              <a:t> </a:t>
            </a:r>
            <a:r>
              <a:rPr dirty="0" sz="550" spc="-10">
                <a:solidFill>
                  <a:srgbClr val="585B66"/>
                </a:solidFill>
                <a:latin typeface="Arial"/>
                <a:cs typeface="Arial"/>
                <a:hlinkClick r:id="rId14" action="ppaction://hlinksldjump"/>
              </a:rPr>
              <a:t>Scope</a:t>
            </a:r>
            <a:endParaRPr sz="550">
              <a:latin typeface="Arial"/>
              <a:cs typeface="Arial"/>
            </a:endParaRPr>
          </a:p>
          <a:p>
            <a:pPr marL="28575">
              <a:lnSpc>
                <a:spcPct val="100000"/>
              </a:lnSpc>
              <a:spcBef>
                <a:spcPts val="365"/>
              </a:spcBef>
            </a:pPr>
            <a:r>
              <a:rPr dirty="0" sz="550" spc="-10">
                <a:solidFill>
                  <a:srgbClr val="585B66"/>
                </a:solidFill>
                <a:latin typeface="Arial"/>
                <a:cs typeface="Arial"/>
                <a:hlinkClick r:id="rId15" action="ppaction://hlinksldjump"/>
              </a:rPr>
              <a:t>References</a:t>
            </a:r>
            <a:endParaRPr sz="550">
              <a:latin typeface="Arial"/>
              <a:cs typeface="Arial"/>
            </a:endParaRPr>
          </a:p>
        </p:txBody>
      </p:sp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1419466" y="672706"/>
          <a:ext cx="4138295" cy="23025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11275"/>
                <a:gridCol w="1433830"/>
                <a:gridCol w="1311274"/>
              </a:tblGrid>
              <a:tr h="154940">
                <a:tc>
                  <a:txBody>
                    <a:bodyPr/>
                    <a:lstStyle/>
                    <a:p>
                      <a:pPr marL="62865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dirty="0" sz="750" b="1">
                          <a:solidFill>
                            <a:srgbClr val="131318"/>
                          </a:solidFill>
                          <a:latin typeface="Arial"/>
                          <a:cs typeface="Arial"/>
                        </a:rPr>
                        <a:t>Paper</a:t>
                      </a:r>
                      <a:r>
                        <a:rPr dirty="0" sz="750" spc="-5" b="1">
                          <a:solidFill>
                            <a:srgbClr val="13131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750" b="1">
                          <a:solidFill>
                            <a:srgbClr val="131318"/>
                          </a:solidFill>
                          <a:latin typeface="Arial"/>
                          <a:cs typeface="Arial"/>
                        </a:rPr>
                        <a:t>/</a:t>
                      </a:r>
                      <a:r>
                        <a:rPr dirty="0" sz="750" spc="-5" b="1">
                          <a:solidFill>
                            <a:srgbClr val="13131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750" spc="-20" b="1">
                          <a:solidFill>
                            <a:srgbClr val="131318"/>
                          </a:solidFill>
                          <a:latin typeface="Arial"/>
                          <a:cs typeface="Arial"/>
                        </a:rPr>
                        <a:t>Year</a:t>
                      </a:r>
                      <a:endParaRPr sz="750">
                        <a:latin typeface="Arial"/>
                        <a:cs typeface="Arial"/>
                      </a:endParaRPr>
                    </a:p>
                  </a:txBody>
                  <a:tcPr marL="0" marR="0" marB="0" marT="12065">
                    <a:lnL w="6350">
                      <a:solidFill>
                        <a:srgbClr val="131318"/>
                      </a:solidFill>
                      <a:prstDash val="solid"/>
                    </a:lnL>
                    <a:lnR w="6350">
                      <a:solidFill>
                        <a:srgbClr val="131318"/>
                      </a:solidFill>
                      <a:prstDash val="solid"/>
                    </a:lnR>
                    <a:lnT w="6350">
                      <a:solidFill>
                        <a:srgbClr val="131318"/>
                      </a:solidFill>
                      <a:prstDash val="solid"/>
                    </a:lnT>
                    <a:lnB w="6350">
                      <a:solidFill>
                        <a:srgbClr val="13131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2865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dirty="0" sz="750" spc="-10" b="1">
                          <a:solidFill>
                            <a:srgbClr val="131318"/>
                          </a:solidFill>
                          <a:latin typeface="Arial"/>
                          <a:cs typeface="Arial"/>
                        </a:rPr>
                        <a:t>Approach</a:t>
                      </a:r>
                      <a:endParaRPr sz="750">
                        <a:latin typeface="Arial"/>
                        <a:cs typeface="Arial"/>
                      </a:endParaRPr>
                    </a:p>
                  </a:txBody>
                  <a:tcPr marL="0" marR="0" marB="0" marT="12065">
                    <a:lnL w="6350">
                      <a:solidFill>
                        <a:srgbClr val="131318"/>
                      </a:solidFill>
                      <a:prstDash val="solid"/>
                    </a:lnL>
                    <a:lnR w="6350">
                      <a:solidFill>
                        <a:srgbClr val="131318"/>
                      </a:solidFill>
                      <a:prstDash val="solid"/>
                    </a:lnR>
                    <a:lnT w="6350">
                      <a:solidFill>
                        <a:srgbClr val="131318"/>
                      </a:solidFill>
                      <a:prstDash val="solid"/>
                    </a:lnT>
                    <a:lnB w="6350">
                      <a:solidFill>
                        <a:srgbClr val="13131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2865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dirty="0" sz="750" b="1">
                          <a:solidFill>
                            <a:srgbClr val="131318"/>
                          </a:solidFill>
                          <a:latin typeface="Arial"/>
                          <a:cs typeface="Arial"/>
                        </a:rPr>
                        <a:t>Relevant</a:t>
                      </a:r>
                      <a:r>
                        <a:rPr dirty="0" sz="750" spc="-15" b="1">
                          <a:solidFill>
                            <a:srgbClr val="13131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750" spc="-25" b="1">
                          <a:solidFill>
                            <a:srgbClr val="131318"/>
                          </a:solidFill>
                          <a:latin typeface="Arial"/>
                          <a:cs typeface="Arial"/>
                        </a:rPr>
                        <a:t>gap</a:t>
                      </a:r>
                      <a:endParaRPr sz="750">
                        <a:latin typeface="Arial"/>
                        <a:cs typeface="Arial"/>
                      </a:endParaRPr>
                    </a:p>
                  </a:txBody>
                  <a:tcPr marL="0" marR="0" marB="0" marT="12065">
                    <a:lnL w="6350">
                      <a:solidFill>
                        <a:srgbClr val="131318"/>
                      </a:solidFill>
                      <a:prstDash val="solid"/>
                    </a:lnL>
                    <a:lnR w="6350">
                      <a:solidFill>
                        <a:srgbClr val="131318"/>
                      </a:solidFill>
                      <a:prstDash val="solid"/>
                    </a:lnR>
                    <a:lnT w="6350">
                      <a:solidFill>
                        <a:srgbClr val="131318"/>
                      </a:solidFill>
                      <a:prstDash val="solid"/>
                    </a:lnT>
                    <a:lnB w="6350">
                      <a:solidFill>
                        <a:srgbClr val="131318"/>
                      </a:solidFill>
                      <a:prstDash val="solid"/>
                    </a:lnB>
                  </a:tcPr>
                </a:tc>
              </a:tr>
              <a:tr h="876300">
                <a:tc>
                  <a:txBody>
                    <a:bodyPr/>
                    <a:lstStyle/>
                    <a:p>
                      <a:pPr algn="just" marL="62865" marR="55244">
                        <a:lnSpc>
                          <a:spcPct val="105200"/>
                        </a:lnSpc>
                        <a:spcBef>
                          <a:spcPts val="50"/>
                        </a:spcBef>
                      </a:pPr>
                      <a:r>
                        <a:rPr dirty="0" sz="750" i="1">
                          <a:solidFill>
                            <a:srgbClr val="131318"/>
                          </a:solidFill>
                          <a:latin typeface="Arial"/>
                          <a:cs typeface="Arial"/>
                        </a:rPr>
                        <a:t>Enhanced Security </a:t>
                      </a:r>
                      <a:r>
                        <a:rPr dirty="0" sz="750" spc="-25" i="1">
                          <a:solidFill>
                            <a:srgbClr val="131318"/>
                          </a:solidFill>
                          <a:latin typeface="Arial"/>
                          <a:cs typeface="Arial"/>
                        </a:rPr>
                        <a:t>Ap-</a:t>
                      </a:r>
                      <a:r>
                        <a:rPr dirty="0" sz="750" i="1">
                          <a:solidFill>
                            <a:srgbClr val="131318"/>
                          </a:solidFill>
                          <a:latin typeface="Arial"/>
                          <a:cs typeface="Arial"/>
                        </a:rPr>
                        <a:t>proach</a:t>
                      </a:r>
                      <a:r>
                        <a:rPr dirty="0" sz="750" spc="345" i="1">
                          <a:solidFill>
                            <a:srgbClr val="131318"/>
                          </a:solidFill>
                          <a:latin typeface="Arial"/>
                          <a:cs typeface="Arial"/>
                        </a:rPr>
                        <a:t>   </a:t>
                      </a:r>
                      <a:r>
                        <a:rPr dirty="0" sz="750" i="1">
                          <a:solidFill>
                            <a:srgbClr val="131318"/>
                          </a:solidFill>
                          <a:latin typeface="Arial"/>
                          <a:cs typeface="Arial"/>
                        </a:rPr>
                        <a:t>Powered</a:t>
                      </a:r>
                      <a:r>
                        <a:rPr dirty="0" sz="750" spc="345" i="1">
                          <a:solidFill>
                            <a:srgbClr val="131318"/>
                          </a:solidFill>
                          <a:latin typeface="Arial"/>
                          <a:cs typeface="Arial"/>
                        </a:rPr>
                        <a:t>   </a:t>
                      </a:r>
                      <a:r>
                        <a:rPr dirty="0" sz="750" spc="-35" i="1">
                          <a:solidFill>
                            <a:srgbClr val="131318"/>
                          </a:solidFill>
                          <a:latin typeface="Arial"/>
                          <a:cs typeface="Arial"/>
                        </a:rPr>
                        <a:t>by</a:t>
                      </a:r>
                      <a:r>
                        <a:rPr dirty="0" sz="750" i="1">
                          <a:solidFill>
                            <a:srgbClr val="131318"/>
                          </a:solidFill>
                          <a:latin typeface="Arial"/>
                          <a:cs typeface="Arial"/>
                        </a:rPr>
                        <a:t> Blockchain</a:t>
                      </a:r>
                      <a:r>
                        <a:rPr dirty="0" sz="750" spc="425" i="1">
                          <a:solidFill>
                            <a:srgbClr val="131318"/>
                          </a:solidFill>
                          <a:latin typeface="Arial"/>
                          <a:cs typeface="Arial"/>
                        </a:rPr>
                        <a:t>   </a:t>
                      </a:r>
                      <a:r>
                        <a:rPr dirty="0" sz="750" spc="-10" i="1">
                          <a:solidFill>
                            <a:srgbClr val="131318"/>
                          </a:solidFill>
                          <a:latin typeface="Arial"/>
                          <a:cs typeface="Arial"/>
                        </a:rPr>
                        <a:t>Technology </a:t>
                      </a:r>
                      <a:r>
                        <a:rPr dirty="0" sz="750" i="1">
                          <a:solidFill>
                            <a:srgbClr val="131318"/>
                          </a:solidFill>
                          <a:latin typeface="Arial"/>
                          <a:cs typeface="Arial"/>
                        </a:rPr>
                        <a:t>with NFC to Prevent </a:t>
                      </a:r>
                      <a:r>
                        <a:rPr dirty="0" sz="750" spc="-10" i="1">
                          <a:solidFill>
                            <a:srgbClr val="131318"/>
                          </a:solidFill>
                          <a:latin typeface="Arial"/>
                          <a:cs typeface="Arial"/>
                        </a:rPr>
                        <a:t>Fraud-</a:t>
                      </a:r>
                      <a:r>
                        <a:rPr dirty="0" sz="750" i="1">
                          <a:solidFill>
                            <a:srgbClr val="131318"/>
                          </a:solidFill>
                          <a:latin typeface="Arial"/>
                          <a:cs typeface="Arial"/>
                        </a:rPr>
                        <a:t>ulence</a:t>
                      </a:r>
                      <a:r>
                        <a:rPr dirty="0" sz="750" spc="365" i="1">
                          <a:solidFill>
                            <a:srgbClr val="13131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750" i="1">
                          <a:solidFill>
                            <a:srgbClr val="131318"/>
                          </a:solidFill>
                          <a:latin typeface="Arial"/>
                          <a:cs typeface="Arial"/>
                        </a:rPr>
                        <a:t>in</a:t>
                      </a:r>
                      <a:r>
                        <a:rPr dirty="0" sz="750" spc="365" i="1">
                          <a:solidFill>
                            <a:srgbClr val="13131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750" i="1">
                          <a:solidFill>
                            <a:srgbClr val="131318"/>
                          </a:solidFill>
                          <a:latin typeface="Arial"/>
                          <a:cs typeface="Arial"/>
                        </a:rPr>
                        <a:t>Bank</a:t>
                      </a:r>
                      <a:r>
                        <a:rPr dirty="0" sz="750" spc="370" i="1">
                          <a:solidFill>
                            <a:srgbClr val="13131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750" i="1">
                          <a:solidFill>
                            <a:srgbClr val="131318"/>
                          </a:solidFill>
                          <a:latin typeface="Arial"/>
                          <a:cs typeface="Arial"/>
                        </a:rPr>
                        <a:t>Letter</a:t>
                      </a:r>
                      <a:r>
                        <a:rPr dirty="0" sz="750" spc="365" i="1">
                          <a:solidFill>
                            <a:srgbClr val="13131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750" spc="-25" i="1">
                          <a:solidFill>
                            <a:srgbClr val="131318"/>
                          </a:solidFill>
                          <a:latin typeface="Arial"/>
                          <a:cs typeface="Arial"/>
                        </a:rPr>
                        <a:t>of</a:t>
                      </a:r>
                      <a:r>
                        <a:rPr dirty="0" sz="750" i="1">
                          <a:solidFill>
                            <a:srgbClr val="131318"/>
                          </a:solidFill>
                          <a:latin typeface="Arial"/>
                          <a:cs typeface="Arial"/>
                        </a:rPr>
                        <a:t> Credits</a:t>
                      </a:r>
                      <a:r>
                        <a:rPr dirty="0" sz="750" spc="105" i="1">
                          <a:solidFill>
                            <a:srgbClr val="13131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750">
                          <a:solidFill>
                            <a:srgbClr val="131318"/>
                          </a:solidFill>
                          <a:latin typeface="Arial"/>
                          <a:cs typeface="Arial"/>
                        </a:rPr>
                        <a:t>—</a:t>
                      </a:r>
                      <a:r>
                        <a:rPr dirty="0" sz="750" spc="80">
                          <a:solidFill>
                            <a:srgbClr val="13131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750">
                          <a:solidFill>
                            <a:srgbClr val="131318"/>
                          </a:solidFill>
                          <a:latin typeface="Arial"/>
                          <a:cs typeface="Arial"/>
                        </a:rPr>
                        <a:t>Subramaniam</a:t>
                      </a:r>
                      <a:r>
                        <a:rPr dirty="0" sz="750" spc="80">
                          <a:solidFill>
                            <a:srgbClr val="13131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750" spc="-25">
                          <a:solidFill>
                            <a:srgbClr val="131318"/>
                          </a:solidFill>
                          <a:latin typeface="Arial"/>
                          <a:cs typeface="Arial"/>
                        </a:rPr>
                        <a:t>et</a:t>
                      </a:r>
                      <a:r>
                        <a:rPr dirty="0" sz="750">
                          <a:solidFill>
                            <a:srgbClr val="131318"/>
                          </a:solidFill>
                          <a:latin typeface="Arial"/>
                          <a:cs typeface="Arial"/>
                        </a:rPr>
                        <a:t> al.</a:t>
                      </a:r>
                      <a:r>
                        <a:rPr dirty="0" sz="750" spc="55">
                          <a:solidFill>
                            <a:srgbClr val="13131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750" spc="-10">
                          <a:solidFill>
                            <a:srgbClr val="131318"/>
                          </a:solidFill>
                          <a:latin typeface="Arial"/>
                          <a:cs typeface="Arial"/>
                        </a:rPr>
                        <a:t>(2020)</a:t>
                      </a:r>
                      <a:endParaRPr sz="750">
                        <a:latin typeface="Arial"/>
                        <a:cs typeface="Arial"/>
                      </a:endParaRPr>
                    </a:p>
                  </a:txBody>
                  <a:tcPr marL="0" marR="0" marB="0" marT="6350">
                    <a:lnL w="6350">
                      <a:solidFill>
                        <a:srgbClr val="131318"/>
                      </a:solidFill>
                      <a:prstDash val="solid"/>
                    </a:lnL>
                    <a:lnR w="6350">
                      <a:solidFill>
                        <a:srgbClr val="131318"/>
                      </a:solidFill>
                      <a:prstDash val="solid"/>
                    </a:lnR>
                    <a:lnT w="6350">
                      <a:solidFill>
                        <a:srgbClr val="131318"/>
                      </a:solidFill>
                      <a:prstDash val="solid"/>
                    </a:lnT>
                    <a:lnB w="6350">
                      <a:solidFill>
                        <a:srgbClr val="13131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just" marL="62865" marR="55244">
                        <a:lnSpc>
                          <a:spcPct val="105200"/>
                        </a:lnSpc>
                        <a:spcBef>
                          <a:spcPts val="50"/>
                        </a:spcBef>
                      </a:pPr>
                      <a:r>
                        <a:rPr dirty="0" sz="750">
                          <a:solidFill>
                            <a:srgbClr val="131318"/>
                          </a:solidFill>
                          <a:latin typeface="Arial"/>
                          <a:cs typeface="Arial"/>
                        </a:rPr>
                        <a:t>NFC-enabled</a:t>
                      </a:r>
                      <a:r>
                        <a:rPr dirty="0" sz="750" spc="335">
                          <a:solidFill>
                            <a:srgbClr val="131318"/>
                          </a:solidFill>
                          <a:latin typeface="Arial"/>
                          <a:cs typeface="Arial"/>
                        </a:rPr>
                        <a:t>  </a:t>
                      </a:r>
                      <a:r>
                        <a:rPr dirty="0" sz="750">
                          <a:solidFill>
                            <a:srgbClr val="131318"/>
                          </a:solidFill>
                          <a:latin typeface="Arial"/>
                          <a:cs typeface="Arial"/>
                        </a:rPr>
                        <a:t>physical</a:t>
                      </a:r>
                      <a:r>
                        <a:rPr dirty="0" sz="750" spc="340">
                          <a:solidFill>
                            <a:srgbClr val="131318"/>
                          </a:solidFill>
                          <a:latin typeface="Arial"/>
                          <a:cs typeface="Arial"/>
                        </a:rPr>
                        <a:t>  </a:t>
                      </a:r>
                      <a:r>
                        <a:rPr dirty="0" sz="750" spc="-25">
                          <a:solidFill>
                            <a:srgbClr val="131318"/>
                          </a:solidFill>
                          <a:latin typeface="Arial"/>
                          <a:cs typeface="Arial"/>
                        </a:rPr>
                        <a:t>LC</a:t>
                      </a:r>
                      <a:r>
                        <a:rPr dirty="0" sz="750">
                          <a:solidFill>
                            <a:srgbClr val="131318"/>
                          </a:solidFill>
                          <a:latin typeface="Arial"/>
                          <a:cs typeface="Arial"/>
                        </a:rPr>
                        <a:t> documents</a:t>
                      </a:r>
                      <a:r>
                        <a:rPr dirty="0" sz="750" spc="229">
                          <a:solidFill>
                            <a:srgbClr val="131318"/>
                          </a:solidFill>
                          <a:latin typeface="Arial"/>
                          <a:cs typeface="Arial"/>
                        </a:rPr>
                        <a:t>  </a:t>
                      </a:r>
                      <a:r>
                        <a:rPr dirty="0" sz="750">
                          <a:solidFill>
                            <a:srgbClr val="131318"/>
                          </a:solidFill>
                          <a:latin typeface="Arial"/>
                          <a:cs typeface="Arial"/>
                        </a:rPr>
                        <a:t>with</a:t>
                      </a:r>
                      <a:r>
                        <a:rPr dirty="0" sz="750" spc="229">
                          <a:solidFill>
                            <a:srgbClr val="131318"/>
                          </a:solidFill>
                          <a:latin typeface="Arial"/>
                          <a:cs typeface="Arial"/>
                        </a:rPr>
                        <a:t>  </a:t>
                      </a:r>
                      <a:r>
                        <a:rPr dirty="0" sz="750" spc="-10">
                          <a:solidFill>
                            <a:srgbClr val="131318"/>
                          </a:solidFill>
                          <a:latin typeface="Arial"/>
                          <a:cs typeface="Arial"/>
                        </a:rPr>
                        <a:t>blockchain </a:t>
                      </a:r>
                      <a:r>
                        <a:rPr dirty="0" sz="750">
                          <a:solidFill>
                            <a:srgbClr val="131318"/>
                          </a:solidFill>
                          <a:latin typeface="Arial"/>
                          <a:cs typeface="Arial"/>
                        </a:rPr>
                        <a:t>records to create a </a:t>
                      </a:r>
                      <a:r>
                        <a:rPr dirty="0" sz="750" spc="-10">
                          <a:solidFill>
                            <a:srgbClr val="131318"/>
                          </a:solidFill>
                          <a:latin typeface="Arial"/>
                          <a:cs typeface="Arial"/>
                        </a:rPr>
                        <a:t>tamper-</a:t>
                      </a:r>
                      <a:r>
                        <a:rPr dirty="0" sz="750">
                          <a:solidFill>
                            <a:srgbClr val="131318"/>
                          </a:solidFill>
                          <a:latin typeface="Arial"/>
                          <a:cs typeface="Arial"/>
                        </a:rPr>
                        <a:t>evident</a:t>
                      </a:r>
                      <a:r>
                        <a:rPr dirty="0" sz="750" spc="25">
                          <a:solidFill>
                            <a:srgbClr val="13131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750">
                          <a:solidFill>
                            <a:srgbClr val="131318"/>
                          </a:solidFill>
                          <a:latin typeface="Arial"/>
                          <a:cs typeface="Arial"/>
                        </a:rPr>
                        <a:t>handling</a:t>
                      </a:r>
                      <a:r>
                        <a:rPr dirty="0" sz="750" spc="30">
                          <a:solidFill>
                            <a:srgbClr val="13131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750" spc="-10">
                          <a:solidFill>
                            <a:srgbClr val="131318"/>
                          </a:solidFill>
                          <a:latin typeface="Arial"/>
                          <a:cs typeface="Arial"/>
                        </a:rPr>
                        <a:t>trail.</a:t>
                      </a:r>
                      <a:endParaRPr sz="750">
                        <a:latin typeface="Arial"/>
                        <a:cs typeface="Arial"/>
                      </a:endParaRPr>
                    </a:p>
                  </a:txBody>
                  <a:tcPr marL="0" marR="0" marB="0" marT="6350">
                    <a:lnL w="6350">
                      <a:solidFill>
                        <a:srgbClr val="131318"/>
                      </a:solidFill>
                      <a:prstDash val="solid"/>
                    </a:lnL>
                    <a:lnR w="6350">
                      <a:solidFill>
                        <a:srgbClr val="131318"/>
                      </a:solidFill>
                      <a:prstDash val="solid"/>
                    </a:lnR>
                    <a:lnT w="6350">
                      <a:solidFill>
                        <a:srgbClr val="131318"/>
                      </a:solidFill>
                      <a:prstDash val="solid"/>
                    </a:lnT>
                    <a:lnB w="6350">
                      <a:solidFill>
                        <a:srgbClr val="13131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just" marL="62865" marR="55244">
                        <a:lnSpc>
                          <a:spcPct val="105200"/>
                        </a:lnSpc>
                        <a:spcBef>
                          <a:spcPts val="50"/>
                        </a:spcBef>
                      </a:pPr>
                      <a:r>
                        <a:rPr dirty="0" sz="750">
                          <a:solidFill>
                            <a:srgbClr val="131318"/>
                          </a:solidFill>
                          <a:latin typeface="Arial"/>
                          <a:cs typeface="Arial"/>
                        </a:rPr>
                        <a:t>Authenticates</a:t>
                      </a:r>
                      <a:r>
                        <a:rPr dirty="0" sz="750" spc="335">
                          <a:solidFill>
                            <a:srgbClr val="131318"/>
                          </a:solidFill>
                          <a:latin typeface="Arial"/>
                          <a:cs typeface="Arial"/>
                        </a:rPr>
                        <a:t>  </a:t>
                      </a:r>
                      <a:r>
                        <a:rPr dirty="0" sz="750" spc="-10">
                          <a:solidFill>
                            <a:srgbClr val="131318"/>
                          </a:solidFill>
                          <a:latin typeface="Arial"/>
                          <a:cs typeface="Arial"/>
                        </a:rPr>
                        <a:t>documents </a:t>
                      </a:r>
                      <a:r>
                        <a:rPr dirty="0" sz="750">
                          <a:solidFill>
                            <a:srgbClr val="131318"/>
                          </a:solidFill>
                          <a:latin typeface="Arial"/>
                          <a:cs typeface="Arial"/>
                        </a:rPr>
                        <a:t>rather</a:t>
                      </a:r>
                      <a:r>
                        <a:rPr dirty="0" sz="750" spc="245">
                          <a:solidFill>
                            <a:srgbClr val="13131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750">
                          <a:solidFill>
                            <a:srgbClr val="131318"/>
                          </a:solidFill>
                          <a:latin typeface="Arial"/>
                          <a:cs typeface="Arial"/>
                        </a:rPr>
                        <a:t>than</a:t>
                      </a:r>
                      <a:r>
                        <a:rPr dirty="0" sz="750" spc="245">
                          <a:solidFill>
                            <a:srgbClr val="13131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750">
                          <a:solidFill>
                            <a:srgbClr val="131318"/>
                          </a:solidFill>
                          <a:latin typeface="Arial"/>
                          <a:cs typeface="Arial"/>
                        </a:rPr>
                        <a:t>the</a:t>
                      </a:r>
                      <a:r>
                        <a:rPr dirty="0" sz="750" spc="245">
                          <a:solidFill>
                            <a:srgbClr val="13131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750" spc="-10">
                          <a:solidFill>
                            <a:srgbClr val="131318"/>
                          </a:solidFill>
                          <a:latin typeface="Arial"/>
                          <a:cs typeface="Arial"/>
                        </a:rPr>
                        <a:t>underlying </a:t>
                      </a:r>
                      <a:r>
                        <a:rPr dirty="0" sz="750">
                          <a:solidFill>
                            <a:srgbClr val="131318"/>
                          </a:solidFill>
                          <a:latin typeface="Arial"/>
                          <a:cs typeface="Arial"/>
                        </a:rPr>
                        <a:t>trade</a:t>
                      </a:r>
                      <a:r>
                        <a:rPr dirty="0" sz="750" spc="75">
                          <a:solidFill>
                            <a:srgbClr val="13131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750">
                          <a:solidFill>
                            <a:srgbClr val="131318"/>
                          </a:solidFill>
                          <a:latin typeface="Arial"/>
                          <a:cs typeface="Arial"/>
                        </a:rPr>
                        <a:t>event;</a:t>
                      </a:r>
                      <a:r>
                        <a:rPr dirty="0" sz="750" spc="114">
                          <a:solidFill>
                            <a:srgbClr val="13131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750">
                          <a:solidFill>
                            <a:srgbClr val="131318"/>
                          </a:solidFill>
                          <a:latin typeface="Arial"/>
                          <a:cs typeface="Arial"/>
                        </a:rPr>
                        <a:t>no</a:t>
                      </a:r>
                      <a:r>
                        <a:rPr dirty="0" sz="750" spc="80">
                          <a:solidFill>
                            <a:srgbClr val="13131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750" spc="-10">
                          <a:solidFill>
                            <a:srgbClr val="131318"/>
                          </a:solidFill>
                          <a:latin typeface="Arial"/>
                          <a:cs typeface="Arial"/>
                        </a:rPr>
                        <a:t>quantitative </a:t>
                      </a:r>
                      <a:r>
                        <a:rPr dirty="0" sz="750">
                          <a:solidFill>
                            <a:srgbClr val="131318"/>
                          </a:solidFill>
                          <a:latin typeface="Arial"/>
                          <a:cs typeface="Arial"/>
                        </a:rPr>
                        <a:t>accuracy,</a:t>
                      </a:r>
                      <a:r>
                        <a:rPr dirty="0" sz="750" spc="409">
                          <a:solidFill>
                            <a:srgbClr val="13131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750">
                          <a:solidFill>
                            <a:srgbClr val="131318"/>
                          </a:solidFill>
                          <a:latin typeface="Arial"/>
                          <a:cs typeface="Arial"/>
                        </a:rPr>
                        <a:t>latency</a:t>
                      </a:r>
                      <a:r>
                        <a:rPr dirty="0" sz="750" spc="330">
                          <a:solidFill>
                            <a:srgbClr val="13131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750">
                          <a:solidFill>
                            <a:srgbClr val="131318"/>
                          </a:solidFill>
                          <a:latin typeface="Arial"/>
                          <a:cs typeface="Arial"/>
                        </a:rPr>
                        <a:t>or</a:t>
                      </a:r>
                      <a:r>
                        <a:rPr dirty="0" sz="750" spc="330">
                          <a:solidFill>
                            <a:srgbClr val="13131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750" spc="-20">
                          <a:solidFill>
                            <a:srgbClr val="131318"/>
                          </a:solidFill>
                          <a:latin typeface="Arial"/>
                          <a:cs typeface="Arial"/>
                        </a:rPr>
                        <a:t>cost</a:t>
                      </a:r>
                      <a:r>
                        <a:rPr dirty="0" sz="750" spc="-10">
                          <a:solidFill>
                            <a:srgbClr val="131318"/>
                          </a:solidFill>
                          <a:latin typeface="Arial"/>
                          <a:cs typeface="Arial"/>
                        </a:rPr>
                        <a:t> evaluation.</a:t>
                      </a:r>
                      <a:endParaRPr sz="750">
                        <a:latin typeface="Arial"/>
                        <a:cs typeface="Arial"/>
                      </a:endParaRPr>
                    </a:p>
                  </a:txBody>
                  <a:tcPr marL="0" marR="0" marB="0" marT="6350">
                    <a:lnL w="6350">
                      <a:solidFill>
                        <a:srgbClr val="131318"/>
                      </a:solidFill>
                      <a:prstDash val="solid"/>
                    </a:lnL>
                    <a:lnR w="6350">
                      <a:solidFill>
                        <a:srgbClr val="131318"/>
                      </a:solidFill>
                      <a:prstDash val="solid"/>
                    </a:lnR>
                    <a:lnT w="6350">
                      <a:solidFill>
                        <a:srgbClr val="131318"/>
                      </a:solidFill>
                      <a:prstDash val="solid"/>
                    </a:lnT>
                    <a:lnB w="6350">
                      <a:solidFill>
                        <a:srgbClr val="131318"/>
                      </a:solidFill>
                      <a:prstDash val="solid"/>
                    </a:lnB>
                  </a:tcPr>
                </a:tc>
              </a:tr>
              <a:tr h="635635">
                <a:tc>
                  <a:txBody>
                    <a:bodyPr/>
                    <a:lstStyle/>
                    <a:p>
                      <a:pPr algn="just" marL="62865" marR="55244">
                        <a:lnSpc>
                          <a:spcPct val="105200"/>
                        </a:lnSpc>
                        <a:spcBef>
                          <a:spcPts val="50"/>
                        </a:spcBef>
                      </a:pPr>
                      <a:r>
                        <a:rPr dirty="0" sz="750" i="1">
                          <a:solidFill>
                            <a:srgbClr val="131318"/>
                          </a:solidFill>
                          <a:latin typeface="Arial"/>
                          <a:cs typeface="Arial"/>
                        </a:rPr>
                        <a:t>Cross-Chain Payment </a:t>
                      </a:r>
                      <a:r>
                        <a:rPr dirty="0" sz="750" spc="-20" i="1">
                          <a:solidFill>
                            <a:srgbClr val="131318"/>
                          </a:solidFill>
                          <a:latin typeface="Arial"/>
                          <a:cs typeface="Arial"/>
                        </a:rPr>
                        <a:t>Pro-</a:t>
                      </a:r>
                      <a:r>
                        <a:rPr dirty="0" sz="750" i="1">
                          <a:solidFill>
                            <a:srgbClr val="131318"/>
                          </a:solidFill>
                          <a:latin typeface="Arial"/>
                          <a:cs typeface="Arial"/>
                        </a:rPr>
                        <a:t>tocols with Success </a:t>
                      </a:r>
                      <a:r>
                        <a:rPr dirty="0" sz="750" spc="-20" i="1">
                          <a:solidFill>
                            <a:srgbClr val="131318"/>
                          </a:solidFill>
                          <a:latin typeface="Arial"/>
                          <a:cs typeface="Arial"/>
                        </a:rPr>
                        <a:t>Guar-</a:t>
                      </a:r>
                      <a:r>
                        <a:rPr dirty="0" sz="750" i="1">
                          <a:solidFill>
                            <a:srgbClr val="131318"/>
                          </a:solidFill>
                          <a:latin typeface="Arial"/>
                          <a:cs typeface="Arial"/>
                        </a:rPr>
                        <a:t>antees</a:t>
                      </a:r>
                      <a:r>
                        <a:rPr dirty="0" sz="750" spc="125" i="1">
                          <a:solidFill>
                            <a:srgbClr val="13131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750">
                          <a:solidFill>
                            <a:srgbClr val="131318"/>
                          </a:solidFill>
                          <a:latin typeface="Arial"/>
                          <a:cs typeface="Arial"/>
                        </a:rPr>
                        <a:t>—</a:t>
                      </a:r>
                      <a:r>
                        <a:rPr dirty="0" sz="750" spc="100">
                          <a:solidFill>
                            <a:srgbClr val="13131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750">
                          <a:solidFill>
                            <a:srgbClr val="131318"/>
                          </a:solidFill>
                          <a:latin typeface="Arial"/>
                          <a:cs typeface="Arial"/>
                        </a:rPr>
                        <a:t>van</a:t>
                      </a:r>
                      <a:r>
                        <a:rPr dirty="0" sz="750" spc="100">
                          <a:solidFill>
                            <a:srgbClr val="13131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750">
                          <a:solidFill>
                            <a:srgbClr val="131318"/>
                          </a:solidFill>
                          <a:latin typeface="Arial"/>
                          <a:cs typeface="Arial"/>
                        </a:rPr>
                        <a:t>Glabbeek</a:t>
                      </a:r>
                      <a:r>
                        <a:rPr dirty="0" sz="750" spc="100">
                          <a:solidFill>
                            <a:srgbClr val="13131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750" spc="-25">
                          <a:solidFill>
                            <a:srgbClr val="131318"/>
                          </a:solidFill>
                          <a:latin typeface="Arial"/>
                          <a:cs typeface="Arial"/>
                        </a:rPr>
                        <a:t>et</a:t>
                      </a:r>
                      <a:r>
                        <a:rPr dirty="0" sz="750">
                          <a:solidFill>
                            <a:srgbClr val="131318"/>
                          </a:solidFill>
                          <a:latin typeface="Arial"/>
                          <a:cs typeface="Arial"/>
                        </a:rPr>
                        <a:t> al.</a:t>
                      </a:r>
                      <a:r>
                        <a:rPr dirty="0" sz="750" spc="55">
                          <a:solidFill>
                            <a:srgbClr val="13131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750" spc="-10">
                          <a:solidFill>
                            <a:srgbClr val="131318"/>
                          </a:solidFill>
                          <a:latin typeface="Arial"/>
                          <a:cs typeface="Arial"/>
                        </a:rPr>
                        <a:t>(2023)</a:t>
                      </a:r>
                      <a:endParaRPr sz="750">
                        <a:latin typeface="Arial"/>
                        <a:cs typeface="Arial"/>
                      </a:endParaRPr>
                    </a:p>
                  </a:txBody>
                  <a:tcPr marL="0" marR="0" marB="0" marT="6350">
                    <a:lnL w="6350">
                      <a:solidFill>
                        <a:srgbClr val="131318"/>
                      </a:solidFill>
                      <a:prstDash val="solid"/>
                    </a:lnL>
                    <a:lnR w="6350">
                      <a:solidFill>
                        <a:srgbClr val="131318"/>
                      </a:solidFill>
                      <a:prstDash val="solid"/>
                    </a:lnR>
                    <a:lnT w="6350">
                      <a:solidFill>
                        <a:srgbClr val="131318"/>
                      </a:solidFill>
                      <a:prstDash val="solid"/>
                    </a:lnT>
                    <a:lnB w="6350">
                      <a:solidFill>
                        <a:srgbClr val="13131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just" marL="62865" marR="55244">
                        <a:lnSpc>
                          <a:spcPct val="105200"/>
                        </a:lnSpc>
                        <a:spcBef>
                          <a:spcPts val="50"/>
                        </a:spcBef>
                      </a:pPr>
                      <a:r>
                        <a:rPr dirty="0" sz="750">
                          <a:solidFill>
                            <a:srgbClr val="131318"/>
                          </a:solidFill>
                          <a:latin typeface="Arial"/>
                          <a:cs typeface="Arial"/>
                        </a:rPr>
                        <a:t>Formal</a:t>
                      </a:r>
                      <a:r>
                        <a:rPr dirty="0" sz="750" spc="180">
                          <a:solidFill>
                            <a:srgbClr val="13131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750">
                          <a:solidFill>
                            <a:srgbClr val="131318"/>
                          </a:solidFill>
                          <a:latin typeface="Arial"/>
                          <a:cs typeface="Arial"/>
                        </a:rPr>
                        <a:t>models</a:t>
                      </a:r>
                      <a:r>
                        <a:rPr dirty="0" sz="750" spc="185">
                          <a:solidFill>
                            <a:srgbClr val="13131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750">
                          <a:solidFill>
                            <a:srgbClr val="131318"/>
                          </a:solidFill>
                          <a:latin typeface="Arial"/>
                          <a:cs typeface="Arial"/>
                        </a:rPr>
                        <a:t>and</a:t>
                      </a:r>
                      <a:r>
                        <a:rPr dirty="0" sz="750" spc="185">
                          <a:solidFill>
                            <a:srgbClr val="13131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750">
                          <a:solidFill>
                            <a:srgbClr val="131318"/>
                          </a:solidFill>
                          <a:latin typeface="Arial"/>
                          <a:cs typeface="Arial"/>
                        </a:rPr>
                        <a:t>proofs</a:t>
                      </a:r>
                      <a:r>
                        <a:rPr dirty="0" sz="750" spc="185">
                          <a:solidFill>
                            <a:srgbClr val="13131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750" spc="-25">
                          <a:solidFill>
                            <a:srgbClr val="131318"/>
                          </a:solidFill>
                          <a:latin typeface="Arial"/>
                          <a:cs typeface="Arial"/>
                        </a:rPr>
                        <a:t>of</a:t>
                      </a:r>
                      <a:r>
                        <a:rPr dirty="0" sz="750">
                          <a:solidFill>
                            <a:srgbClr val="131318"/>
                          </a:solidFill>
                          <a:latin typeface="Arial"/>
                          <a:cs typeface="Arial"/>
                        </a:rPr>
                        <a:t> safety</a:t>
                      </a:r>
                      <a:r>
                        <a:rPr dirty="0" sz="750" spc="-25">
                          <a:solidFill>
                            <a:srgbClr val="13131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750">
                          <a:solidFill>
                            <a:srgbClr val="131318"/>
                          </a:solidFill>
                          <a:latin typeface="Arial"/>
                          <a:cs typeface="Arial"/>
                        </a:rPr>
                        <a:t>and</a:t>
                      </a:r>
                      <a:r>
                        <a:rPr dirty="0" sz="750" spc="-25">
                          <a:solidFill>
                            <a:srgbClr val="13131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750">
                          <a:solidFill>
                            <a:srgbClr val="131318"/>
                          </a:solidFill>
                          <a:latin typeface="Arial"/>
                          <a:cs typeface="Arial"/>
                        </a:rPr>
                        <a:t>liveness</a:t>
                      </a:r>
                      <a:r>
                        <a:rPr dirty="0" sz="750" spc="-25">
                          <a:solidFill>
                            <a:srgbClr val="13131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750">
                          <a:solidFill>
                            <a:srgbClr val="131318"/>
                          </a:solidFill>
                          <a:latin typeface="Arial"/>
                          <a:cs typeface="Arial"/>
                        </a:rPr>
                        <a:t>for</a:t>
                      </a:r>
                      <a:r>
                        <a:rPr dirty="0" sz="750" spc="-25">
                          <a:solidFill>
                            <a:srgbClr val="13131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750" spc="-10">
                          <a:solidFill>
                            <a:srgbClr val="131318"/>
                          </a:solidFill>
                          <a:latin typeface="Arial"/>
                          <a:cs typeface="Arial"/>
                        </a:rPr>
                        <a:t>escrow-</a:t>
                      </a:r>
                      <a:r>
                        <a:rPr dirty="0" sz="750">
                          <a:solidFill>
                            <a:srgbClr val="131318"/>
                          </a:solidFill>
                          <a:latin typeface="Arial"/>
                          <a:cs typeface="Arial"/>
                        </a:rPr>
                        <a:t>based</a:t>
                      </a:r>
                      <a:r>
                        <a:rPr dirty="0" sz="750" spc="25">
                          <a:solidFill>
                            <a:srgbClr val="13131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750">
                          <a:solidFill>
                            <a:srgbClr val="131318"/>
                          </a:solidFill>
                          <a:latin typeface="Arial"/>
                          <a:cs typeface="Arial"/>
                        </a:rPr>
                        <a:t>cross-chain</a:t>
                      </a:r>
                      <a:r>
                        <a:rPr dirty="0" sz="750" spc="30">
                          <a:solidFill>
                            <a:srgbClr val="13131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750" spc="-10">
                          <a:solidFill>
                            <a:srgbClr val="131318"/>
                          </a:solidFill>
                          <a:latin typeface="Arial"/>
                          <a:cs typeface="Arial"/>
                        </a:rPr>
                        <a:t>payments.</a:t>
                      </a:r>
                      <a:endParaRPr sz="750">
                        <a:latin typeface="Arial"/>
                        <a:cs typeface="Arial"/>
                      </a:endParaRPr>
                    </a:p>
                  </a:txBody>
                  <a:tcPr marL="0" marR="0" marB="0" marT="6350">
                    <a:lnL w="6350">
                      <a:solidFill>
                        <a:srgbClr val="131318"/>
                      </a:solidFill>
                      <a:prstDash val="solid"/>
                    </a:lnL>
                    <a:lnR w="6350">
                      <a:solidFill>
                        <a:srgbClr val="131318"/>
                      </a:solidFill>
                      <a:prstDash val="solid"/>
                    </a:lnR>
                    <a:lnT w="6350">
                      <a:solidFill>
                        <a:srgbClr val="131318"/>
                      </a:solidFill>
                      <a:prstDash val="solid"/>
                    </a:lnT>
                    <a:lnB w="6350">
                      <a:solidFill>
                        <a:srgbClr val="13131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just" marL="62865" marR="55244">
                        <a:lnSpc>
                          <a:spcPct val="105200"/>
                        </a:lnSpc>
                        <a:spcBef>
                          <a:spcPts val="50"/>
                        </a:spcBef>
                      </a:pPr>
                      <a:r>
                        <a:rPr dirty="0" sz="750">
                          <a:solidFill>
                            <a:srgbClr val="131318"/>
                          </a:solidFill>
                          <a:latin typeface="Arial"/>
                          <a:cs typeface="Arial"/>
                        </a:rPr>
                        <a:t>No</a:t>
                      </a:r>
                      <a:r>
                        <a:rPr dirty="0" sz="750" spc="220">
                          <a:solidFill>
                            <a:srgbClr val="13131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750">
                          <a:solidFill>
                            <a:srgbClr val="131318"/>
                          </a:solidFill>
                          <a:latin typeface="Arial"/>
                          <a:cs typeface="Arial"/>
                        </a:rPr>
                        <a:t>implementation</a:t>
                      </a:r>
                      <a:r>
                        <a:rPr dirty="0" sz="750" spc="225">
                          <a:solidFill>
                            <a:srgbClr val="13131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750" spc="-25">
                          <a:solidFill>
                            <a:srgbClr val="131318"/>
                          </a:solidFill>
                          <a:latin typeface="Arial"/>
                          <a:cs typeface="Arial"/>
                        </a:rPr>
                        <a:t>or</a:t>
                      </a:r>
                      <a:r>
                        <a:rPr dirty="0" sz="750" spc="500">
                          <a:solidFill>
                            <a:srgbClr val="131318"/>
                          </a:solidFill>
                          <a:latin typeface="Arial"/>
                          <a:cs typeface="Arial"/>
                        </a:rPr>
                        <a:t>  </a:t>
                      </a:r>
                      <a:r>
                        <a:rPr dirty="0" sz="750">
                          <a:solidFill>
                            <a:srgbClr val="131318"/>
                          </a:solidFill>
                          <a:latin typeface="Arial"/>
                          <a:cs typeface="Arial"/>
                        </a:rPr>
                        <a:t>per-</a:t>
                      </a:r>
                      <a:r>
                        <a:rPr dirty="0" sz="750" spc="-10">
                          <a:solidFill>
                            <a:srgbClr val="131318"/>
                          </a:solidFill>
                          <a:latin typeface="Arial"/>
                          <a:cs typeface="Arial"/>
                        </a:rPr>
                        <a:t>formance</a:t>
                      </a:r>
                      <a:r>
                        <a:rPr dirty="0" sz="750" spc="-10">
                          <a:solidFill>
                            <a:srgbClr val="13131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750">
                          <a:solidFill>
                            <a:srgbClr val="131318"/>
                          </a:solidFill>
                          <a:latin typeface="Arial"/>
                          <a:cs typeface="Arial"/>
                        </a:rPr>
                        <a:t>measurements; </a:t>
                      </a:r>
                      <a:r>
                        <a:rPr dirty="0" sz="750" spc="-10">
                          <a:solidFill>
                            <a:srgbClr val="131318"/>
                          </a:solidFill>
                          <a:latin typeface="Arial"/>
                          <a:cs typeface="Arial"/>
                        </a:rPr>
                        <a:t>bounded-</a:t>
                      </a:r>
                      <a:r>
                        <a:rPr dirty="0" sz="750">
                          <a:solidFill>
                            <a:srgbClr val="131318"/>
                          </a:solidFill>
                          <a:latin typeface="Arial"/>
                          <a:cs typeface="Arial"/>
                        </a:rPr>
                        <a:t>time</a:t>
                      </a:r>
                      <a:r>
                        <a:rPr dirty="0" sz="750" spc="270">
                          <a:solidFill>
                            <a:srgbClr val="131318"/>
                          </a:solidFill>
                          <a:latin typeface="Arial"/>
                          <a:cs typeface="Arial"/>
                        </a:rPr>
                        <a:t>  </a:t>
                      </a:r>
                      <a:r>
                        <a:rPr dirty="0" sz="750">
                          <a:solidFill>
                            <a:srgbClr val="131318"/>
                          </a:solidFill>
                          <a:latin typeface="Arial"/>
                          <a:cs typeface="Arial"/>
                        </a:rPr>
                        <a:t>guarantees</a:t>
                      </a:r>
                      <a:r>
                        <a:rPr dirty="0" sz="750" spc="10">
                          <a:solidFill>
                            <a:srgbClr val="13131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750">
                          <a:solidFill>
                            <a:srgbClr val="131318"/>
                          </a:solidFill>
                          <a:latin typeface="Arial"/>
                          <a:cs typeface="Arial"/>
                        </a:rPr>
                        <a:t>rely</a:t>
                      </a:r>
                      <a:r>
                        <a:rPr dirty="0" sz="750" spc="110">
                          <a:solidFill>
                            <a:srgbClr val="13131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750" spc="-25">
                          <a:solidFill>
                            <a:srgbClr val="131318"/>
                          </a:solidFill>
                          <a:latin typeface="Arial"/>
                          <a:cs typeface="Arial"/>
                        </a:rPr>
                        <a:t>on</a:t>
                      </a:r>
                      <a:r>
                        <a:rPr dirty="0" sz="750">
                          <a:solidFill>
                            <a:srgbClr val="131318"/>
                          </a:solidFill>
                          <a:latin typeface="Arial"/>
                          <a:cs typeface="Arial"/>
                        </a:rPr>
                        <a:t> synchrony</a:t>
                      </a:r>
                      <a:r>
                        <a:rPr dirty="0" sz="750" spc="135">
                          <a:solidFill>
                            <a:srgbClr val="13131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750">
                          <a:solidFill>
                            <a:srgbClr val="131318"/>
                          </a:solidFill>
                          <a:latin typeface="Arial"/>
                          <a:cs typeface="Arial"/>
                        </a:rPr>
                        <a:t>assump-</a:t>
                      </a:r>
                      <a:r>
                        <a:rPr dirty="0" sz="750" spc="-10">
                          <a:solidFill>
                            <a:srgbClr val="131318"/>
                          </a:solidFill>
                          <a:latin typeface="Arial"/>
                          <a:cs typeface="Arial"/>
                        </a:rPr>
                        <a:t>tions.</a:t>
                      </a:r>
                      <a:endParaRPr sz="750">
                        <a:latin typeface="Arial"/>
                        <a:cs typeface="Arial"/>
                      </a:endParaRPr>
                    </a:p>
                  </a:txBody>
                  <a:tcPr marL="0" marR="0" marB="0" marT="6350">
                    <a:lnL w="6350">
                      <a:solidFill>
                        <a:srgbClr val="131318"/>
                      </a:solidFill>
                      <a:prstDash val="solid"/>
                    </a:lnL>
                    <a:lnR w="6350">
                      <a:solidFill>
                        <a:srgbClr val="131318"/>
                      </a:solidFill>
                      <a:prstDash val="solid"/>
                    </a:lnR>
                    <a:lnT w="6350">
                      <a:solidFill>
                        <a:srgbClr val="131318"/>
                      </a:solidFill>
                      <a:prstDash val="solid"/>
                    </a:lnT>
                    <a:lnB w="6350">
                      <a:solidFill>
                        <a:srgbClr val="131318"/>
                      </a:solidFill>
                      <a:prstDash val="solid"/>
                    </a:lnB>
                  </a:tcPr>
                </a:tc>
              </a:tr>
              <a:tr h="635635">
                <a:tc>
                  <a:txBody>
                    <a:bodyPr/>
                    <a:lstStyle/>
                    <a:p>
                      <a:pPr algn="just" marL="62865" marR="55244">
                        <a:lnSpc>
                          <a:spcPct val="105200"/>
                        </a:lnSpc>
                        <a:spcBef>
                          <a:spcPts val="50"/>
                        </a:spcBef>
                      </a:pPr>
                      <a:r>
                        <a:rPr dirty="0" sz="750" i="1">
                          <a:solidFill>
                            <a:srgbClr val="131318"/>
                          </a:solidFill>
                          <a:latin typeface="Arial"/>
                          <a:cs typeface="Arial"/>
                        </a:rPr>
                        <a:t>DECO:</a:t>
                      </a:r>
                      <a:r>
                        <a:rPr dirty="0" sz="750" spc="-30" i="1">
                          <a:solidFill>
                            <a:srgbClr val="13131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750" i="1">
                          <a:solidFill>
                            <a:srgbClr val="131318"/>
                          </a:solidFill>
                          <a:latin typeface="Arial"/>
                          <a:cs typeface="Arial"/>
                        </a:rPr>
                        <a:t>Liberating</a:t>
                      </a:r>
                      <a:r>
                        <a:rPr dirty="0" sz="750" spc="-30" i="1">
                          <a:solidFill>
                            <a:srgbClr val="13131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750" spc="-10" i="1">
                          <a:solidFill>
                            <a:srgbClr val="131318"/>
                          </a:solidFill>
                          <a:latin typeface="Arial"/>
                          <a:cs typeface="Arial"/>
                        </a:rPr>
                        <a:t>Web</a:t>
                      </a:r>
                      <a:r>
                        <a:rPr dirty="0" sz="750" spc="-30" i="1">
                          <a:solidFill>
                            <a:srgbClr val="13131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750" spc="-20" i="1">
                          <a:solidFill>
                            <a:srgbClr val="131318"/>
                          </a:solidFill>
                          <a:latin typeface="Arial"/>
                          <a:cs typeface="Arial"/>
                        </a:rPr>
                        <a:t>Data</a:t>
                      </a:r>
                      <a:r>
                        <a:rPr dirty="0" sz="750" i="1">
                          <a:solidFill>
                            <a:srgbClr val="131318"/>
                          </a:solidFill>
                          <a:latin typeface="Arial"/>
                          <a:cs typeface="Arial"/>
                        </a:rPr>
                        <a:t> Using Decentralized </a:t>
                      </a:r>
                      <a:r>
                        <a:rPr dirty="0" sz="750" spc="-20" i="1">
                          <a:solidFill>
                            <a:srgbClr val="131318"/>
                          </a:solidFill>
                          <a:latin typeface="Arial"/>
                          <a:cs typeface="Arial"/>
                        </a:rPr>
                        <a:t>Ora-</a:t>
                      </a:r>
                      <a:r>
                        <a:rPr dirty="0" sz="750" i="1">
                          <a:solidFill>
                            <a:srgbClr val="131318"/>
                          </a:solidFill>
                          <a:latin typeface="Arial"/>
                          <a:cs typeface="Arial"/>
                        </a:rPr>
                        <a:t>cles</a:t>
                      </a:r>
                      <a:r>
                        <a:rPr dirty="0" sz="750" spc="15" i="1">
                          <a:solidFill>
                            <a:srgbClr val="13131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750" i="1">
                          <a:solidFill>
                            <a:srgbClr val="131318"/>
                          </a:solidFill>
                          <a:latin typeface="Arial"/>
                          <a:cs typeface="Arial"/>
                        </a:rPr>
                        <a:t>for</a:t>
                      </a:r>
                      <a:r>
                        <a:rPr dirty="0" sz="750" spc="20" i="1">
                          <a:solidFill>
                            <a:srgbClr val="13131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750" i="1">
                          <a:solidFill>
                            <a:srgbClr val="131318"/>
                          </a:solidFill>
                          <a:latin typeface="Arial"/>
                          <a:cs typeface="Arial"/>
                        </a:rPr>
                        <a:t>TLS</a:t>
                      </a:r>
                      <a:r>
                        <a:rPr dirty="0" sz="750" spc="55" i="1">
                          <a:solidFill>
                            <a:srgbClr val="13131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750">
                          <a:solidFill>
                            <a:srgbClr val="131318"/>
                          </a:solidFill>
                          <a:latin typeface="Arial"/>
                          <a:cs typeface="Arial"/>
                        </a:rPr>
                        <a:t>—</a:t>
                      </a:r>
                      <a:r>
                        <a:rPr dirty="0" sz="750" spc="15">
                          <a:solidFill>
                            <a:srgbClr val="13131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750">
                          <a:solidFill>
                            <a:srgbClr val="131318"/>
                          </a:solidFill>
                          <a:latin typeface="Arial"/>
                          <a:cs typeface="Arial"/>
                        </a:rPr>
                        <a:t>Zhang</a:t>
                      </a:r>
                      <a:r>
                        <a:rPr dirty="0" sz="750" spc="20">
                          <a:solidFill>
                            <a:srgbClr val="13131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750">
                          <a:solidFill>
                            <a:srgbClr val="131318"/>
                          </a:solidFill>
                          <a:latin typeface="Arial"/>
                          <a:cs typeface="Arial"/>
                        </a:rPr>
                        <a:t>et</a:t>
                      </a:r>
                      <a:r>
                        <a:rPr dirty="0" sz="750" spc="20">
                          <a:solidFill>
                            <a:srgbClr val="13131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750" spc="-25">
                          <a:solidFill>
                            <a:srgbClr val="131318"/>
                          </a:solidFill>
                          <a:latin typeface="Arial"/>
                          <a:cs typeface="Arial"/>
                        </a:rPr>
                        <a:t>al.</a:t>
                      </a:r>
                      <a:r>
                        <a:rPr dirty="0" sz="750" spc="-10">
                          <a:solidFill>
                            <a:srgbClr val="131318"/>
                          </a:solidFill>
                          <a:latin typeface="Arial"/>
                          <a:cs typeface="Arial"/>
                        </a:rPr>
                        <a:t> (2020)</a:t>
                      </a:r>
                      <a:endParaRPr sz="750">
                        <a:latin typeface="Arial"/>
                        <a:cs typeface="Arial"/>
                      </a:endParaRPr>
                    </a:p>
                  </a:txBody>
                  <a:tcPr marL="0" marR="0" marB="0" marT="6350">
                    <a:lnL w="6350">
                      <a:solidFill>
                        <a:srgbClr val="131318"/>
                      </a:solidFill>
                      <a:prstDash val="solid"/>
                    </a:lnL>
                    <a:lnR w="6350">
                      <a:solidFill>
                        <a:srgbClr val="131318"/>
                      </a:solidFill>
                      <a:prstDash val="solid"/>
                    </a:lnR>
                    <a:lnT w="6350">
                      <a:solidFill>
                        <a:srgbClr val="131318"/>
                      </a:solidFill>
                      <a:prstDash val="solid"/>
                    </a:lnT>
                    <a:lnB w="6350">
                      <a:solidFill>
                        <a:srgbClr val="13131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just" marL="62865" marR="55244">
                        <a:lnSpc>
                          <a:spcPct val="105200"/>
                        </a:lnSpc>
                        <a:spcBef>
                          <a:spcPts val="50"/>
                        </a:spcBef>
                      </a:pPr>
                      <a:r>
                        <a:rPr dirty="0" sz="750">
                          <a:solidFill>
                            <a:srgbClr val="131318"/>
                          </a:solidFill>
                          <a:latin typeface="Arial"/>
                          <a:cs typeface="Arial"/>
                        </a:rPr>
                        <a:t>Cryptographic</a:t>
                      </a:r>
                      <a:r>
                        <a:rPr dirty="0" sz="750" spc="315">
                          <a:solidFill>
                            <a:srgbClr val="131318"/>
                          </a:solidFill>
                          <a:latin typeface="Arial"/>
                          <a:cs typeface="Arial"/>
                        </a:rPr>
                        <a:t>  </a:t>
                      </a:r>
                      <a:r>
                        <a:rPr dirty="0" sz="750">
                          <a:solidFill>
                            <a:srgbClr val="131318"/>
                          </a:solidFill>
                          <a:latin typeface="Arial"/>
                          <a:cs typeface="Arial"/>
                        </a:rPr>
                        <a:t>protocol</a:t>
                      </a:r>
                      <a:r>
                        <a:rPr dirty="0" sz="750" spc="320">
                          <a:solidFill>
                            <a:srgbClr val="131318"/>
                          </a:solidFill>
                          <a:latin typeface="Arial"/>
                          <a:cs typeface="Arial"/>
                        </a:rPr>
                        <a:t>  </a:t>
                      </a:r>
                      <a:r>
                        <a:rPr dirty="0" sz="750" spc="-25">
                          <a:solidFill>
                            <a:srgbClr val="131318"/>
                          </a:solidFill>
                          <a:latin typeface="Arial"/>
                          <a:cs typeface="Arial"/>
                        </a:rPr>
                        <a:t>for</a:t>
                      </a:r>
                      <a:r>
                        <a:rPr dirty="0" sz="750">
                          <a:solidFill>
                            <a:srgbClr val="131318"/>
                          </a:solidFill>
                          <a:latin typeface="Arial"/>
                          <a:cs typeface="Arial"/>
                        </a:rPr>
                        <a:t> proving</a:t>
                      </a:r>
                      <a:r>
                        <a:rPr dirty="0" sz="750" spc="365">
                          <a:solidFill>
                            <a:srgbClr val="131318"/>
                          </a:solidFill>
                          <a:latin typeface="Arial"/>
                          <a:cs typeface="Arial"/>
                        </a:rPr>
                        <a:t>  </a:t>
                      </a:r>
                      <a:r>
                        <a:rPr dirty="0" sz="750">
                          <a:solidFill>
                            <a:srgbClr val="131318"/>
                          </a:solidFill>
                          <a:latin typeface="Arial"/>
                          <a:cs typeface="Arial"/>
                        </a:rPr>
                        <a:t>statements</a:t>
                      </a:r>
                      <a:r>
                        <a:rPr dirty="0" sz="750" spc="365">
                          <a:solidFill>
                            <a:srgbClr val="131318"/>
                          </a:solidFill>
                          <a:latin typeface="Arial"/>
                          <a:cs typeface="Arial"/>
                        </a:rPr>
                        <a:t>  </a:t>
                      </a:r>
                      <a:r>
                        <a:rPr dirty="0" sz="750" spc="-20">
                          <a:solidFill>
                            <a:srgbClr val="131318"/>
                          </a:solidFill>
                          <a:latin typeface="Arial"/>
                          <a:cs typeface="Arial"/>
                        </a:rPr>
                        <a:t>about</a:t>
                      </a:r>
                      <a:r>
                        <a:rPr dirty="0" sz="750">
                          <a:solidFill>
                            <a:srgbClr val="131318"/>
                          </a:solidFill>
                          <a:latin typeface="Arial"/>
                          <a:cs typeface="Arial"/>
                        </a:rPr>
                        <a:t> HTTPS data using a </a:t>
                      </a:r>
                      <a:r>
                        <a:rPr dirty="0" sz="750" spc="-10">
                          <a:solidFill>
                            <a:srgbClr val="131318"/>
                          </a:solidFill>
                          <a:latin typeface="Arial"/>
                          <a:cs typeface="Arial"/>
                        </a:rPr>
                        <a:t>three-</a:t>
                      </a:r>
                      <a:r>
                        <a:rPr dirty="0" sz="750">
                          <a:solidFill>
                            <a:srgbClr val="131318"/>
                          </a:solidFill>
                          <a:latin typeface="Arial"/>
                          <a:cs typeface="Arial"/>
                        </a:rPr>
                        <a:t>party</a:t>
                      </a:r>
                      <a:r>
                        <a:rPr dirty="0" sz="750" spc="175">
                          <a:solidFill>
                            <a:srgbClr val="131318"/>
                          </a:solidFill>
                          <a:latin typeface="Arial"/>
                          <a:cs typeface="Arial"/>
                        </a:rPr>
                        <a:t>  </a:t>
                      </a:r>
                      <a:r>
                        <a:rPr dirty="0" sz="750">
                          <a:solidFill>
                            <a:srgbClr val="131318"/>
                          </a:solidFill>
                          <a:latin typeface="Arial"/>
                          <a:cs typeface="Arial"/>
                        </a:rPr>
                        <a:t>TLS</a:t>
                      </a:r>
                      <a:r>
                        <a:rPr dirty="0" sz="750" spc="175">
                          <a:solidFill>
                            <a:srgbClr val="131318"/>
                          </a:solidFill>
                          <a:latin typeface="Arial"/>
                          <a:cs typeface="Arial"/>
                        </a:rPr>
                        <a:t>  </a:t>
                      </a:r>
                      <a:r>
                        <a:rPr dirty="0" sz="750">
                          <a:solidFill>
                            <a:srgbClr val="131318"/>
                          </a:solidFill>
                          <a:latin typeface="Arial"/>
                          <a:cs typeface="Arial"/>
                        </a:rPr>
                        <a:t>handshake</a:t>
                      </a:r>
                      <a:r>
                        <a:rPr dirty="0" sz="750" spc="175">
                          <a:solidFill>
                            <a:srgbClr val="131318"/>
                          </a:solidFill>
                          <a:latin typeface="Arial"/>
                          <a:cs typeface="Arial"/>
                        </a:rPr>
                        <a:t>  </a:t>
                      </a:r>
                      <a:r>
                        <a:rPr dirty="0" sz="750" spc="-25">
                          <a:solidFill>
                            <a:srgbClr val="131318"/>
                          </a:solidFill>
                          <a:latin typeface="Arial"/>
                          <a:cs typeface="Arial"/>
                        </a:rPr>
                        <a:t>and</a:t>
                      </a:r>
                      <a:r>
                        <a:rPr dirty="0" sz="750" spc="-10">
                          <a:solidFill>
                            <a:srgbClr val="131318"/>
                          </a:solidFill>
                          <a:latin typeface="Arial"/>
                          <a:cs typeface="Arial"/>
                        </a:rPr>
                        <a:t> two-</a:t>
                      </a:r>
                      <a:r>
                        <a:rPr dirty="0" sz="750">
                          <a:solidFill>
                            <a:srgbClr val="131318"/>
                          </a:solidFill>
                          <a:latin typeface="Arial"/>
                          <a:cs typeface="Arial"/>
                        </a:rPr>
                        <a:t>party</a:t>
                      </a:r>
                      <a:r>
                        <a:rPr dirty="0" sz="750" spc="75">
                          <a:solidFill>
                            <a:srgbClr val="13131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750" spc="-10">
                          <a:solidFill>
                            <a:srgbClr val="131318"/>
                          </a:solidFill>
                          <a:latin typeface="Arial"/>
                          <a:cs typeface="Arial"/>
                        </a:rPr>
                        <a:t>computation.</a:t>
                      </a:r>
                      <a:endParaRPr sz="750">
                        <a:latin typeface="Arial"/>
                        <a:cs typeface="Arial"/>
                      </a:endParaRPr>
                    </a:p>
                  </a:txBody>
                  <a:tcPr marL="0" marR="0" marB="0" marT="6350">
                    <a:lnL w="6350">
                      <a:solidFill>
                        <a:srgbClr val="131318"/>
                      </a:solidFill>
                      <a:prstDash val="solid"/>
                    </a:lnL>
                    <a:lnR w="6350">
                      <a:solidFill>
                        <a:srgbClr val="131318"/>
                      </a:solidFill>
                      <a:prstDash val="solid"/>
                    </a:lnR>
                    <a:lnT w="6350">
                      <a:solidFill>
                        <a:srgbClr val="131318"/>
                      </a:solidFill>
                      <a:prstDash val="solid"/>
                    </a:lnT>
                    <a:lnB w="6350">
                      <a:solidFill>
                        <a:srgbClr val="13131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just" marL="62865" marR="55244">
                        <a:lnSpc>
                          <a:spcPct val="105200"/>
                        </a:lnSpc>
                        <a:spcBef>
                          <a:spcPts val="50"/>
                        </a:spcBef>
                      </a:pPr>
                      <a:r>
                        <a:rPr dirty="0" sz="750">
                          <a:solidFill>
                            <a:srgbClr val="131318"/>
                          </a:solidFill>
                          <a:latin typeface="Arial"/>
                          <a:cs typeface="Arial"/>
                        </a:rPr>
                        <a:t>General</a:t>
                      </a:r>
                      <a:r>
                        <a:rPr dirty="0" sz="750" spc="280">
                          <a:solidFill>
                            <a:srgbClr val="131318"/>
                          </a:solidFill>
                          <a:latin typeface="Arial"/>
                          <a:cs typeface="Arial"/>
                        </a:rPr>
                        <a:t>  </a:t>
                      </a:r>
                      <a:r>
                        <a:rPr dirty="0" sz="750">
                          <a:solidFill>
                            <a:srgbClr val="131318"/>
                          </a:solidFill>
                          <a:latin typeface="Arial"/>
                          <a:cs typeface="Arial"/>
                        </a:rPr>
                        <a:t>proof</a:t>
                      </a:r>
                      <a:r>
                        <a:rPr dirty="0" sz="750" spc="285">
                          <a:solidFill>
                            <a:srgbClr val="131318"/>
                          </a:solidFill>
                          <a:latin typeface="Arial"/>
                          <a:cs typeface="Arial"/>
                        </a:rPr>
                        <a:t>  </a:t>
                      </a:r>
                      <a:r>
                        <a:rPr dirty="0" sz="750" spc="-10">
                          <a:solidFill>
                            <a:srgbClr val="131318"/>
                          </a:solidFill>
                          <a:latin typeface="Arial"/>
                          <a:cs typeface="Arial"/>
                        </a:rPr>
                        <a:t>primitive, </a:t>
                      </a:r>
                      <a:r>
                        <a:rPr dirty="0" sz="750">
                          <a:solidFill>
                            <a:srgbClr val="131318"/>
                          </a:solidFill>
                          <a:latin typeface="Arial"/>
                          <a:cs typeface="Arial"/>
                        </a:rPr>
                        <a:t>not an LC/shipment </a:t>
                      </a:r>
                      <a:r>
                        <a:rPr dirty="0" sz="750" spc="-20">
                          <a:solidFill>
                            <a:srgbClr val="131318"/>
                          </a:solidFill>
                          <a:latin typeface="Arial"/>
                          <a:cs typeface="Arial"/>
                        </a:rPr>
                        <a:t>work-</a:t>
                      </a:r>
                      <a:r>
                        <a:rPr dirty="0" sz="750">
                          <a:solidFill>
                            <a:srgbClr val="131318"/>
                          </a:solidFill>
                          <a:latin typeface="Arial"/>
                          <a:cs typeface="Arial"/>
                        </a:rPr>
                        <a:t>flow;</a:t>
                      </a:r>
                      <a:r>
                        <a:rPr dirty="0" sz="750" spc="275">
                          <a:solidFill>
                            <a:srgbClr val="131318"/>
                          </a:solidFill>
                          <a:latin typeface="Arial"/>
                          <a:cs typeface="Arial"/>
                        </a:rPr>
                        <a:t>  </a:t>
                      </a:r>
                      <a:r>
                        <a:rPr dirty="0" sz="750">
                          <a:solidFill>
                            <a:srgbClr val="131318"/>
                          </a:solidFill>
                          <a:latin typeface="Arial"/>
                          <a:cs typeface="Arial"/>
                        </a:rPr>
                        <a:t>WAN</a:t>
                      </a:r>
                      <a:r>
                        <a:rPr dirty="0" sz="750" spc="145">
                          <a:solidFill>
                            <a:srgbClr val="131318"/>
                          </a:solidFill>
                          <a:latin typeface="Arial"/>
                          <a:cs typeface="Arial"/>
                        </a:rPr>
                        <a:t>  </a:t>
                      </a:r>
                      <a:r>
                        <a:rPr dirty="0" sz="750">
                          <a:solidFill>
                            <a:srgbClr val="131318"/>
                          </a:solidFill>
                          <a:latin typeface="Arial"/>
                          <a:cs typeface="Arial"/>
                        </a:rPr>
                        <a:t>latency</a:t>
                      </a:r>
                      <a:r>
                        <a:rPr dirty="0" sz="750" spc="145">
                          <a:solidFill>
                            <a:srgbClr val="131318"/>
                          </a:solidFill>
                          <a:latin typeface="Arial"/>
                          <a:cs typeface="Arial"/>
                        </a:rPr>
                        <a:t>  </a:t>
                      </a:r>
                      <a:r>
                        <a:rPr dirty="0" sz="750" spc="-25">
                          <a:solidFill>
                            <a:srgbClr val="131318"/>
                          </a:solidFill>
                          <a:latin typeface="Arial"/>
                          <a:cs typeface="Arial"/>
                        </a:rPr>
                        <a:t>and</a:t>
                      </a:r>
                      <a:r>
                        <a:rPr dirty="0" sz="750">
                          <a:solidFill>
                            <a:srgbClr val="131318"/>
                          </a:solidFill>
                          <a:latin typeface="Arial"/>
                          <a:cs typeface="Arial"/>
                        </a:rPr>
                        <a:t> application-specific </a:t>
                      </a:r>
                      <a:r>
                        <a:rPr dirty="0" sz="750" spc="-10">
                          <a:solidFill>
                            <a:srgbClr val="131318"/>
                          </a:solidFill>
                          <a:latin typeface="Arial"/>
                          <a:cs typeface="Arial"/>
                        </a:rPr>
                        <a:t>state-</a:t>
                      </a:r>
                      <a:r>
                        <a:rPr dirty="0" sz="750">
                          <a:solidFill>
                            <a:srgbClr val="131318"/>
                          </a:solidFill>
                          <a:latin typeface="Arial"/>
                          <a:cs typeface="Arial"/>
                        </a:rPr>
                        <a:t>ment</a:t>
                      </a:r>
                      <a:r>
                        <a:rPr dirty="0" sz="750" spc="-30">
                          <a:solidFill>
                            <a:srgbClr val="13131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750">
                          <a:solidFill>
                            <a:srgbClr val="131318"/>
                          </a:solidFill>
                          <a:latin typeface="Arial"/>
                          <a:cs typeface="Arial"/>
                        </a:rPr>
                        <a:t>design</a:t>
                      </a:r>
                      <a:r>
                        <a:rPr dirty="0" sz="750" spc="-30">
                          <a:solidFill>
                            <a:srgbClr val="13131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750">
                          <a:solidFill>
                            <a:srgbClr val="131318"/>
                          </a:solidFill>
                          <a:latin typeface="Arial"/>
                          <a:cs typeface="Arial"/>
                        </a:rPr>
                        <a:t>are</a:t>
                      </a:r>
                      <a:r>
                        <a:rPr dirty="0" sz="750" spc="-30">
                          <a:solidFill>
                            <a:srgbClr val="13131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750" spc="-10">
                          <a:solidFill>
                            <a:srgbClr val="131318"/>
                          </a:solidFill>
                          <a:latin typeface="Arial"/>
                          <a:cs typeface="Arial"/>
                        </a:rPr>
                        <a:t>challenges.</a:t>
                      </a:r>
                      <a:endParaRPr sz="750">
                        <a:latin typeface="Arial"/>
                        <a:cs typeface="Arial"/>
                      </a:endParaRPr>
                    </a:p>
                  </a:txBody>
                  <a:tcPr marL="0" marR="0" marB="0" marT="6350">
                    <a:lnL w="6350">
                      <a:solidFill>
                        <a:srgbClr val="131318"/>
                      </a:solidFill>
                      <a:prstDash val="solid"/>
                    </a:lnL>
                    <a:lnR w="6350">
                      <a:solidFill>
                        <a:srgbClr val="131318"/>
                      </a:solidFill>
                      <a:prstDash val="solid"/>
                    </a:lnR>
                    <a:lnT w="6350">
                      <a:solidFill>
                        <a:srgbClr val="131318"/>
                      </a:solidFill>
                      <a:prstDash val="solid"/>
                    </a:lnT>
                    <a:lnB w="6350">
                      <a:solidFill>
                        <a:srgbClr val="131318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spd="fast">
    <p:cut thruBlk="0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Proposed</a:t>
            </a:r>
            <a:r>
              <a:rPr dirty="0" spc="120"/>
              <a:t> </a:t>
            </a:r>
            <a:r>
              <a:rPr dirty="0" spc="-10"/>
              <a:t>Solution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5303520" y="217041"/>
            <a:ext cx="217170" cy="126364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650">
                <a:solidFill>
                  <a:srgbClr val="787D86"/>
                </a:solidFill>
                <a:latin typeface="Arial"/>
                <a:cs typeface="Arial"/>
              </a:rPr>
              <a:t>6</a:t>
            </a:r>
            <a:r>
              <a:rPr dirty="0" sz="650" spc="-65">
                <a:solidFill>
                  <a:srgbClr val="787D86"/>
                </a:solidFill>
                <a:latin typeface="Arial"/>
                <a:cs typeface="Arial"/>
              </a:rPr>
              <a:t> </a:t>
            </a:r>
            <a:r>
              <a:rPr dirty="0" sz="650">
                <a:solidFill>
                  <a:srgbClr val="787D86"/>
                </a:solidFill>
                <a:latin typeface="Arial"/>
                <a:cs typeface="Arial"/>
              </a:rPr>
              <a:t>/</a:t>
            </a:r>
            <a:r>
              <a:rPr dirty="0" sz="650" spc="-70">
                <a:solidFill>
                  <a:srgbClr val="787D86"/>
                </a:solidFill>
                <a:latin typeface="Arial"/>
                <a:cs typeface="Arial"/>
              </a:rPr>
              <a:t> </a:t>
            </a:r>
            <a:r>
              <a:rPr dirty="0" sz="650" spc="-25">
                <a:solidFill>
                  <a:srgbClr val="787D86"/>
                </a:solidFill>
                <a:latin typeface="Arial"/>
                <a:cs typeface="Arial"/>
              </a:rPr>
              <a:t>24</a:t>
            </a:r>
            <a:endParaRPr sz="650">
              <a:latin typeface="Arial"/>
              <a:cs typeface="Arial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36639" y="906851"/>
            <a:ext cx="662305" cy="40449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50300"/>
              </a:lnSpc>
              <a:spcBef>
                <a:spcPts val="95"/>
              </a:spcBef>
            </a:pPr>
            <a:r>
              <a:rPr dirty="0" sz="550" spc="-10">
                <a:solidFill>
                  <a:srgbClr val="585B66"/>
                </a:solidFill>
                <a:latin typeface="Arial"/>
                <a:cs typeface="Arial"/>
                <a:hlinkClick r:id="rId2" action="ppaction://hlinksldjump"/>
              </a:rPr>
              <a:t>Introduction</a:t>
            </a:r>
            <a:r>
              <a:rPr dirty="0" sz="550" spc="500">
                <a:solidFill>
                  <a:srgbClr val="585B66"/>
                </a:solidFill>
                <a:latin typeface="Arial"/>
                <a:cs typeface="Arial"/>
              </a:rPr>
              <a:t> </a:t>
            </a:r>
            <a:r>
              <a:rPr dirty="0" sz="550">
                <a:solidFill>
                  <a:srgbClr val="585B66"/>
                </a:solidFill>
                <a:latin typeface="Arial"/>
                <a:cs typeface="Arial"/>
                <a:hlinkClick r:id="rId3" action="ppaction://hlinksldjump"/>
              </a:rPr>
              <a:t>Problem</a:t>
            </a:r>
            <a:r>
              <a:rPr dirty="0" sz="550" spc="125">
                <a:solidFill>
                  <a:srgbClr val="585B66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dirty="0" sz="550" spc="-10">
                <a:solidFill>
                  <a:srgbClr val="585B66"/>
                </a:solidFill>
                <a:latin typeface="Arial"/>
                <a:cs typeface="Arial"/>
                <a:hlinkClick r:id="rId3" action="ppaction://hlinksldjump"/>
              </a:rPr>
              <a:t>Statement</a:t>
            </a:r>
            <a:r>
              <a:rPr dirty="0" sz="550" spc="500">
                <a:solidFill>
                  <a:srgbClr val="585B66"/>
                </a:solidFill>
                <a:latin typeface="Arial"/>
                <a:cs typeface="Arial"/>
              </a:rPr>
              <a:t> </a:t>
            </a:r>
            <a:r>
              <a:rPr dirty="0" sz="550" spc="10">
                <a:solidFill>
                  <a:srgbClr val="585B66"/>
                </a:solidFill>
                <a:latin typeface="Arial"/>
                <a:cs typeface="Arial"/>
                <a:hlinkClick r:id="rId4" action="ppaction://hlinksldjump"/>
              </a:rPr>
              <a:t>Literature</a:t>
            </a:r>
            <a:r>
              <a:rPr dirty="0" sz="550" spc="70">
                <a:solidFill>
                  <a:srgbClr val="585B66"/>
                </a:solidFill>
                <a:latin typeface="Arial"/>
                <a:cs typeface="Arial"/>
                <a:hlinkClick r:id="rId4" action="ppaction://hlinksldjump"/>
              </a:rPr>
              <a:t> </a:t>
            </a:r>
            <a:r>
              <a:rPr dirty="0" sz="550" spc="-10">
                <a:solidFill>
                  <a:srgbClr val="585B66"/>
                </a:solidFill>
                <a:latin typeface="Arial"/>
                <a:cs typeface="Arial"/>
                <a:hlinkClick r:id="rId4" action="ppaction://hlinksldjump"/>
              </a:rPr>
              <a:t>Review</a:t>
            </a:r>
            <a:endParaRPr sz="550">
              <a:latin typeface="Arial"/>
              <a:cs typeface="Arial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0" y="1325778"/>
            <a:ext cx="1146175" cy="128905"/>
            <a:chOff x="0" y="1325778"/>
            <a:chExt cx="1146175" cy="128905"/>
          </a:xfrm>
        </p:grpSpPr>
        <p:sp>
          <p:nvSpPr>
            <p:cNvPr id="4" name="object 4"/>
            <p:cNvSpPr/>
            <p:nvPr/>
          </p:nvSpPr>
          <p:spPr>
            <a:xfrm>
              <a:off x="0" y="1325778"/>
              <a:ext cx="20320" cy="128905"/>
            </a:xfrm>
            <a:custGeom>
              <a:avLst/>
              <a:gdLst/>
              <a:ahLst/>
              <a:cxnLst/>
              <a:rect l="l" t="t" r="r" b="b"/>
              <a:pathLst>
                <a:path w="20320" h="128905">
                  <a:moveTo>
                    <a:pt x="20243" y="0"/>
                  </a:moveTo>
                  <a:lnTo>
                    <a:pt x="0" y="0"/>
                  </a:lnTo>
                  <a:lnTo>
                    <a:pt x="0" y="128701"/>
                  </a:lnTo>
                  <a:lnTo>
                    <a:pt x="20243" y="128701"/>
                  </a:lnTo>
                  <a:lnTo>
                    <a:pt x="20243" y="0"/>
                  </a:lnTo>
                  <a:close/>
                </a:path>
              </a:pathLst>
            </a:custGeom>
            <a:solidFill>
              <a:srgbClr val="0B4CB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20243" y="1325778"/>
              <a:ext cx="1125855" cy="128905"/>
            </a:xfrm>
            <a:custGeom>
              <a:avLst/>
              <a:gdLst/>
              <a:ahLst/>
              <a:cxnLst/>
              <a:rect l="l" t="t" r="r" b="b"/>
              <a:pathLst>
                <a:path w="1125855" h="128905">
                  <a:moveTo>
                    <a:pt x="1125423" y="0"/>
                  </a:moveTo>
                  <a:lnTo>
                    <a:pt x="0" y="0"/>
                  </a:lnTo>
                  <a:lnTo>
                    <a:pt x="0" y="128701"/>
                  </a:lnTo>
                  <a:lnTo>
                    <a:pt x="1125423" y="128701"/>
                  </a:lnTo>
                  <a:lnTo>
                    <a:pt x="1125423" y="0"/>
                  </a:lnTo>
                  <a:close/>
                </a:path>
              </a:pathLst>
            </a:custGeom>
            <a:solidFill>
              <a:srgbClr val="DCE5F7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 txBox="1"/>
          <p:nvPr/>
        </p:nvSpPr>
        <p:spPr>
          <a:xfrm>
            <a:off x="20243" y="1322463"/>
            <a:ext cx="1125855" cy="11493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28575">
              <a:lnSpc>
                <a:spcPct val="100000"/>
              </a:lnSpc>
              <a:spcBef>
                <a:spcPts val="135"/>
              </a:spcBef>
            </a:pPr>
            <a:r>
              <a:rPr dirty="0" sz="550" spc="10">
                <a:solidFill>
                  <a:srgbClr val="0B4CB2"/>
                </a:solidFill>
                <a:latin typeface="Arial"/>
                <a:cs typeface="Arial"/>
                <a:hlinkClick r:id="rId5" action="ppaction://hlinksldjump"/>
              </a:rPr>
              <a:t>Proposed</a:t>
            </a:r>
            <a:r>
              <a:rPr dirty="0" sz="550" spc="114">
                <a:solidFill>
                  <a:srgbClr val="0B4CB2"/>
                </a:solidFill>
                <a:latin typeface="Arial"/>
                <a:cs typeface="Arial"/>
                <a:hlinkClick r:id="rId5" action="ppaction://hlinksldjump"/>
              </a:rPr>
              <a:t> </a:t>
            </a:r>
            <a:r>
              <a:rPr dirty="0" sz="550" spc="-10">
                <a:solidFill>
                  <a:srgbClr val="0B4CB2"/>
                </a:solidFill>
                <a:latin typeface="Arial"/>
                <a:cs typeface="Arial"/>
                <a:hlinkClick r:id="rId5" action="ppaction://hlinksldjump"/>
              </a:rPr>
              <a:t>Solution</a:t>
            </a:r>
            <a:endParaRPr sz="55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6639" y="1413606"/>
            <a:ext cx="1015365" cy="140081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327660">
              <a:lnSpc>
                <a:spcPct val="166600"/>
              </a:lnSpc>
              <a:spcBef>
                <a:spcPts val="90"/>
              </a:spcBef>
            </a:pPr>
            <a:r>
              <a:rPr dirty="0" sz="550">
                <a:solidFill>
                  <a:srgbClr val="585B66"/>
                </a:solidFill>
                <a:latin typeface="Arial"/>
                <a:cs typeface="Arial"/>
                <a:hlinkClick r:id="rId6" action="ppaction://hlinksldjump"/>
              </a:rPr>
              <a:t>System</a:t>
            </a:r>
            <a:r>
              <a:rPr dirty="0" sz="550" spc="135">
                <a:solidFill>
                  <a:srgbClr val="585B66"/>
                </a:solidFill>
                <a:latin typeface="Arial"/>
                <a:cs typeface="Arial"/>
                <a:hlinkClick r:id="rId6" action="ppaction://hlinksldjump"/>
              </a:rPr>
              <a:t> </a:t>
            </a:r>
            <a:r>
              <a:rPr dirty="0" sz="550" spc="-10">
                <a:solidFill>
                  <a:srgbClr val="585B66"/>
                </a:solidFill>
                <a:latin typeface="Arial"/>
                <a:cs typeface="Arial"/>
                <a:hlinkClick r:id="rId6" action="ppaction://hlinksldjump"/>
              </a:rPr>
              <a:t>Architecture</a:t>
            </a:r>
            <a:r>
              <a:rPr dirty="0" sz="550" spc="500">
                <a:solidFill>
                  <a:srgbClr val="585B66"/>
                </a:solidFill>
                <a:latin typeface="Arial"/>
                <a:cs typeface="Arial"/>
              </a:rPr>
              <a:t> </a:t>
            </a:r>
            <a:r>
              <a:rPr dirty="0" sz="550" spc="-10">
                <a:solidFill>
                  <a:srgbClr val="585B66"/>
                </a:solidFill>
                <a:latin typeface="Arial"/>
                <a:cs typeface="Arial"/>
                <a:hlinkClick r:id="rId7" action="ppaction://hlinksldjump"/>
              </a:rPr>
              <a:t>Methodology</a:t>
            </a:r>
            <a:endParaRPr sz="5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50"/>
              </a:spcBef>
            </a:pPr>
            <a:r>
              <a:rPr dirty="0" sz="550" spc="10">
                <a:solidFill>
                  <a:srgbClr val="585B66"/>
                </a:solidFill>
                <a:latin typeface="Arial"/>
                <a:cs typeface="Arial"/>
                <a:hlinkClick r:id="rId8" action="ppaction://hlinksldjump"/>
              </a:rPr>
              <a:t>Functional</a:t>
            </a:r>
            <a:r>
              <a:rPr dirty="0" sz="550" spc="85">
                <a:solidFill>
                  <a:srgbClr val="585B66"/>
                </a:solidFill>
                <a:latin typeface="Arial"/>
                <a:cs typeface="Arial"/>
                <a:hlinkClick r:id="rId8" action="ppaction://hlinksldjump"/>
              </a:rPr>
              <a:t> </a:t>
            </a:r>
            <a:r>
              <a:rPr dirty="0" sz="550" spc="-10">
                <a:solidFill>
                  <a:srgbClr val="585B66"/>
                </a:solidFill>
                <a:latin typeface="Arial"/>
                <a:cs typeface="Arial"/>
                <a:hlinkClick r:id="rId8" action="ppaction://hlinksldjump"/>
              </a:rPr>
              <a:t>Requirements</a:t>
            </a:r>
            <a:endParaRPr sz="550">
              <a:latin typeface="Arial"/>
              <a:cs typeface="Arial"/>
            </a:endParaRPr>
          </a:p>
          <a:p>
            <a:pPr marL="12700" marR="5080">
              <a:lnSpc>
                <a:spcPct val="166600"/>
              </a:lnSpc>
            </a:pPr>
            <a:r>
              <a:rPr dirty="0" sz="550" spc="10">
                <a:solidFill>
                  <a:srgbClr val="585B66"/>
                </a:solidFill>
                <a:latin typeface="Arial"/>
                <a:cs typeface="Arial"/>
                <a:hlinkClick r:id="rId9" action="ppaction://hlinksldjump"/>
              </a:rPr>
              <a:t>Non-Functional</a:t>
            </a:r>
            <a:r>
              <a:rPr dirty="0" sz="550" spc="125">
                <a:solidFill>
                  <a:srgbClr val="585B66"/>
                </a:solidFill>
                <a:latin typeface="Arial"/>
                <a:cs typeface="Arial"/>
                <a:hlinkClick r:id="rId9" action="ppaction://hlinksldjump"/>
              </a:rPr>
              <a:t> </a:t>
            </a:r>
            <a:r>
              <a:rPr dirty="0" sz="550" spc="-10">
                <a:solidFill>
                  <a:srgbClr val="585B66"/>
                </a:solidFill>
                <a:latin typeface="Arial"/>
                <a:cs typeface="Arial"/>
                <a:hlinkClick r:id="rId9" action="ppaction://hlinksldjump"/>
              </a:rPr>
              <a:t>Requirements</a:t>
            </a:r>
            <a:r>
              <a:rPr dirty="0" sz="550" spc="500">
                <a:solidFill>
                  <a:srgbClr val="585B66"/>
                </a:solidFill>
                <a:latin typeface="Arial"/>
                <a:cs typeface="Arial"/>
              </a:rPr>
              <a:t> </a:t>
            </a:r>
            <a:r>
              <a:rPr dirty="0" sz="550">
                <a:solidFill>
                  <a:srgbClr val="585B66"/>
                </a:solidFill>
                <a:latin typeface="Arial"/>
                <a:cs typeface="Arial"/>
                <a:hlinkClick r:id="rId10" action="ppaction://hlinksldjump"/>
              </a:rPr>
              <a:t>Hardware</a:t>
            </a:r>
            <a:r>
              <a:rPr dirty="0" sz="550" spc="150">
                <a:solidFill>
                  <a:srgbClr val="585B66"/>
                </a:solidFill>
                <a:latin typeface="Arial"/>
                <a:cs typeface="Arial"/>
                <a:hlinkClick r:id="rId10" action="ppaction://hlinksldjump"/>
              </a:rPr>
              <a:t> </a:t>
            </a:r>
            <a:r>
              <a:rPr dirty="0" sz="550" spc="-10">
                <a:solidFill>
                  <a:srgbClr val="585B66"/>
                </a:solidFill>
                <a:latin typeface="Arial"/>
                <a:cs typeface="Arial"/>
                <a:hlinkClick r:id="rId10" action="ppaction://hlinksldjump"/>
              </a:rPr>
              <a:t>Requirements</a:t>
            </a:r>
            <a:endParaRPr sz="550">
              <a:latin typeface="Arial"/>
              <a:cs typeface="Arial"/>
            </a:endParaRPr>
          </a:p>
          <a:p>
            <a:pPr marL="12700" marR="217170">
              <a:lnSpc>
                <a:spcPct val="166600"/>
              </a:lnSpc>
              <a:spcBef>
                <a:spcPts val="10"/>
              </a:spcBef>
            </a:pPr>
            <a:r>
              <a:rPr dirty="0" sz="550">
                <a:solidFill>
                  <a:srgbClr val="585B66"/>
                </a:solidFill>
                <a:latin typeface="Arial"/>
                <a:cs typeface="Arial"/>
                <a:hlinkClick r:id="rId11" action="ppaction://hlinksldjump"/>
              </a:rPr>
              <a:t>Software</a:t>
            </a:r>
            <a:r>
              <a:rPr dirty="0" sz="550" spc="150">
                <a:solidFill>
                  <a:srgbClr val="585B66"/>
                </a:solidFill>
                <a:latin typeface="Arial"/>
                <a:cs typeface="Arial"/>
                <a:hlinkClick r:id="rId11" action="ppaction://hlinksldjump"/>
              </a:rPr>
              <a:t> </a:t>
            </a:r>
            <a:r>
              <a:rPr dirty="0" sz="550" spc="-10">
                <a:solidFill>
                  <a:srgbClr val="585B66"/>
                </a:solidFill>
                <a:latin typeface="Arial"/>
                <a:cs typeface="Arial"/>
                <a:hlinkClick r:id="rId11" action="ppaction://hlinksldjump"/>
              </a:rPr>
              <a:t>Requirements</a:t>
            </a:r>
            <a:r>
              <a:rPr dirty="0" sz="550" spc="500">
                <a:solidFill>
                  <a:srgbClr val="585B66"/>
                </a:solidFill>
                <a:latin typeface="Arial"/>
                <a:cs typeface="Arial"/>
              </a:rPr>
              <a:t> </a:t>
            </a:r>
            <a:r>
              <a:rPr dirty="0" sz="550" spc="-10">
                <a:solidFill>
                  <a:srgbClr val="585B66"/>
                </a:solidFill>
                <a:latin typeface="Arial"/>
                <a:cs typeface="Arial"/>
                <a:hlinkClick r:id="rId12" action="ppaction://hlinksldjump"/>
              </a:rPr>
              <a:t>Result</a:t>
            </a:r>
            <a:endParaRPr sz="550">
              <a:latin typeface="Arial"/>
              <a:cs typeface="Arial"/>
            </a:endParaRPr>
          </a:p>
          <a:p>
            <a:pPr marL="12700" marR="547370">
              <a:lnSpc>
                <a:spcPts val="1000"/>
              </a:lnSpc>
              <a:spcBef>
                <a:spcPts val="85"/>
              </a:spcBef>
            </a:pPr>
            <a:r>
              <a:rPr dirty="0" sz="550" spc="-10">
                <a:solidFill>
                  <a:srgbClr val="585B66"/>
                </a:solidFill>
                <a:latin typeface="Arial"/>
                <a:cs typeface="Arial"/>
                <a:hlinkClick r:id="rId13" action="ppaction://hlinksldjump"/>
              </a:rPr>
              <a:t>Conclusion</a:t>
            </a:r>
            <a:r>
              <a:rPr dirty="0" sz="550" spc="500">
                <a:solidFill>
                  <a:srgbClr val="585B66"/>
                </a:solidFill>
                <a:latin typeface="Arial"/>
                <a:cs typeface="Arial"/>
              </a:rPr>
              <a:t> </a:t>
            </a:r>
            <a:r>
              <a:rPr dirty="0" sz="550">
                <a:solidFill>
                  <a:srgbClr val="585B66"/>
                </a:solidFill>
                <a:latin typeface="Arial"/>
                <a:cs typeface="Arial"/>
                <a:hlinkClick r:id="rId14" action="ppaction://hlinksldjump"/>
              </a:rPr>
              <a:t>Future</a:t>
            </a:r>
            <a:r>
              <a:rPr dirty="0" sz="550" spc="120">
                <a:solidFill>
                  <a:srgbClr val="585B66"/>
                </a:solidFill>
                <a:latin typeface="Arial"/>
                <a:cs typeface="Arial"/>
                <a:hlinkClick r:id="rId14" action="ppaction://hlinksldjump"/>
              </a:rPr>
              <a:t> </a:t>
            </a:r>
            <a:r>
              <a:rPr dirty="0" sz="550" spc="-10">
                <a:solidFill>
                  <a:srgbClr val="585B66"/>
                </a:solidFill>
                <a:latin typeface="Arial"/>
                <a:cs typeface="Arial"/>
                <a:hlinkClick r:id="rId14" action="ppaction://hlinksldjump"/>
              </a:rPr>
              <a:t>Scope</a:t>
            </a:r>
            <a:endParaRPr sz="5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65"/>
              </a:spcBef>
            </a:pPr>
            <a:r>
              <a:rPr dirty="0" sz="550" spc="-10">
                <a:solidFill>
                  <a:srgbClr val="585B66"/>
                </a:solidFill>
                <a:latin typeface="Arial"/>
                <a:cs typeface="Arial"/>
                <a:hlinkClick r:id="rId15" action="ppaction://hlinksldjump"/>
              </a:rPr>
              <a:t>References</a:t>
            </a:r>
            <a:endParaRPr sz="55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409293" y="671371"/>
            <a:ext cx="4076700" cy="24295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67310">
              <a:lnSpc>
                <a:spcPct val="104900"/>
              </a:lnSpc>
              <a:spcBef>
                <a:spcPts val="100"/>
              </a:spcBef>
            </a:pPr>
            <a:r>
              <a:rPr dirty="0" sz="950" spc="-20">
                <a:solidFill>
                  <a:srgbClr val="131318"/>
                </a:solidFill>
                <a:latin typeface="Arial"/>
                <a:cs typeface="Arial"/>
              </a:rPr>
              <a:t>TrustLC</a:t>
            </a:r>
            <a:r>
              <a:rPr dirty="0" sz="950" spc="-10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31318"/>
                </a:solidFill>
                <a:latin typeface="Arial"/>
                <a:cs typeface="Arial"/>
              </a:rPr>
              <a:t>separates</a:t>
            </a:r>
            <a:r>
              <a:rPr dirty="0" sz="950" spc="-10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31318"/>
                </a:solidFill>
                <a:latin typeface="Arial"/>
                <a:cs typeface="Arial"/>
              </a:rPr>
              <a:t>deal</a:t>
            </a:r>
            <a:r>
              <a:rPr dirty="0" sz="950" spc="-10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31318"/>
                </a:solidFill>
                <a:latin typeface="Arial"/>
                <a:cs typeface="Arial"/>
              </a:rPr>
              <a:t>enforcement,</a:t>
            </a:r>
            <a:r>
              <a:rPr dirty="0" sz="950" spc="-10">
                <a:solidFill>
                  <a:srgbClr val="131318"/>
                </a:solidFill>
                <a:latin typeface="Arial"/>
                <a:cs typeface="Arial"/>
              </a:rPr>
              <a:t> trade-</a:t>
            </a:r>
            <a:r>
              <a:rPr dirty="0" sz="950">
                <a:solidFill>
                  <a:srgbClr val="131318"/>
                </a:solidFill>
                <a:latin typeface="Arial"/>
                <a:cs typeface="Arial"/>
              </a:rPr>
              <a:t>event</a:t>
            </a:r>
            <a:r>
              <a:rPr dirty="0" sz="950" spc="-10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31318"/>
                </a:solidFill>
                <a:latin typeface="Arial"/>
                <a:cs typeface="Arial"/>
              </a:rPr>
              <a:t>data,</a:t>
            </a:r>
            <a:r>
              <a:rPr dirty="0" sz="950" spc="-10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31318"/>
                </a:solidFill>
                <a:latin typeface="Arial"/>
                <a:cs typeface="Arial"/>
              </a:rPr>
              <a:t>and</a:t>
            </a:r>
            <a:r>
              <a:rPr dirty="0" sz="950" spc="-10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31318"/>
                </a:solidFill>
                <a:latin typeface="Arial"/>
                <a:cs typeface="Arial"/>
              </a:rPr>
              <a:t>user</a:t>
            </a:r>
            <a:r>
              <a:rPr dirty="0" sz="950" spc="-10">
                <a:solidFill>
                  <a:srgbClr val="131318"/>
                </a:solidFill>
                <a:latin typeface="Arial"/>
                <a:cs typeface="Arial"/>
              </a:rPr>
              <a:t> interaction </a:t>
            </a:r>
            <a:r>
              <a:rPr dirty="0" sz="950">
                <a:solidFill>
                  <a:srgbClr val="131318"/>
                </a:solidFill>
                <a:latin typeface="Arial"/>
                <a:cs typeface="Arial"/>
              </a:rPr>
              <a:t>into</a:t>
            </a:r>
            <a:r>
              <a:rPr dirty="0" sz="950" spc="-10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31318"/>
                </a:solidFill>
                <a:latin typeface="Arial"/>
                <a:cs typeface="Arial"/>
              </a:rPr>
              <a:t>components</a:t>
            </a:r>
            <a:r>
              <a:rPr dirty="0" sz="950" spc="-10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31318"/>
                </a:solidFill>
                <a:latin typeface="Arial"/>
                <a:cs typeface="Arial"/>
              </a:rPr>
              <a:t>that</a:t>
            </a:r>
            <a:r>
              <a:rPr dirty="0" sz="950" spc="-10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31318"/>
                </a:solidFill>
                <a:latin typeface="Arial"/>
                <a:cs typeface="Arial"/>
              </a:rPr>
              <a:t>communicate</a:t>
            </a:r>
            <a:r>
              <a:rPr dirty="0" sz="950" spc="-10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31318"/>
                </a:solidFill>
                <a:latin typeface="Arial"/>
                <a:cs typeface="Arial"/>
              </a:rPr>
              <a:t>through</a:t>
            </a:r>
            <a:r>
              <a:rPr dirty="0" sz="950" spc="-10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31318"/>
                </a:solidFill>
                <a:latin typeface="Arial"/>
                <a:cs typeface="Arial"/>
              </a:rPr>
              <a:t>the</a:t>
            </a:r>
            <a:r>
              <a:rPr dirty="0" sz="950" spc="-10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31318"/>
                </a:solidFill>
                <a:latin typeface="Arial"/>
                <a:cs typeface="Arial"/>
              </a:rPr>
              <a:t>escrow</a:t>
            </a:r>
            <a:r>
              <a:rPr dirty="0" sz="950" spc="-10">
                <a:solidFill>
                  <a:srgbClr val="131318"/>
                </a:solidFill>
                <a:latin typeface="Arial"/>
                <a:cs typeface="Arial"/>
              </a:rPr>
              <a:t> contract.</a:t>
            </a:r>
            <a:endParaRPr sz="950">
              <a:latin typeface="Arial"/>
              <a:cs typeface="Arial"/>
            </a:endParaRPr>
          </a:p>
          <a:p>
            <a:pPr marL="265430" marR="40005" indent="-115570">
              <a:lnSpc>
                <a:spcPct val="104900"/>
              </a:lnSpc>
              <a:spcBef>
                <a:spcPts val="295"/>
              </a:spcBef>
              <a:buClr>
                <a:srgbClr val="0B4CB2"/>
              </a:buClr>
              <a:buSzPct val="73684"/>
              <a:buFont typeface="Arial"/>
              <a:buChar char="•"/>
              <a:tabLst>
                <a:tab pos="265430" algn="l"/>
              </a:tabLst>
            </a:pPr>
            <a:r>
              <a:rPr dirty="0" sz="950" b="1">
                <a:solidFill>
                  <a:srgbClr val="131318"/>
                </a:solidFill>
                <a:latin typeface="Arial"/>
                <a:cs typeface="Arial"/>
              </a:rPr>
              <a:t>On-chain</a:t>
            </a:r>
            <a:r>
              <a:rPr dirty="0" sz="950" spc="-15" b="1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950" b="1">
                <a:solidFill>
                  <a:srgbClr val="131318"/>
                </a:solidFill>
                <a:latin typeface="Arial"/>
                <a:cs typeface="Arial"/>
              </a:rPr>
              <a:t>escrow:</a:t>
            </a:r>
            <a:r>
              <a:rPr dirty="0" sz="950" spc="50" b="1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31318"/>
                </a:solidFill>
                <a:latin typeface="Arial"/>
                <a:cs typeface="Arial"/>
              </a:rPr>
              <a:t>stores</a:t>
            </a:r>
            <a:r>
              <a:rPr dirty="0" sz="950" spc="-10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31318"/>
                </a:solidFill>
                <a:latin typeface="Arial"/>
                <a:cs typeface="Arial"/>
              </a:rPr>
              <a:t>deal</a:t>
            </a:r>
            <a:r>
              <a:rPr dirty="0" sz="950" spc="-15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31318"/>
                </a:solidFill>
                <a:latin typeface="Arial"/>
                <a:cs typeface="Arial"/>
              </a:rPr>
              <a:t>terms</a:t>
            </a:r>
            <a:r>
              <a:rPr dirty="0" sz="950" spc="-10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31318"/>
                </a:solidFill>
                <a:latin typeface="Arial"/>
                <a:cs typeface="Arial"/>
              </a:rPr>
              <a:t>and</a:t>
            </a:r>
            <a:r>
              <a:rPr dirty="0" sz="950" spc="-15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31318"/>
                </a:solidFill>
                <a:latin typeface="Arial"/>
                <a:cs typeface="Arial"/>
              </a:rPr>
              <a:t>enforces</a:t>
            </a:r>
            <a:r>
              <a:rPr dirty="0" sz="950" spc="-10">
                <a:solidFill>
                  <a:srgbClr val="131318"/>
                </a:solidFill>
                <a:latin typeface="Arial"/>
                <a:cs typeface="Arial"/>
              </a:rPr>
              <a:t> lifecycle</a:t>
            </a:r>
            <a:r>
              <a:rPr dirty="0" sz="950" spc="-15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950" spc="-10">
                <a:solidFill>
                  <a:srgbClr val="131318"/>
                </a:solidFill>
                <a:latin typeface="Arial"/>
                <a:cs typeface="Arial"/>
              </a:rPr>
              <a:t>transitions, payouts,</a:t>
            </a:r>
            <a:r>
              <a:rPr dirty="0" sz="950" spc="-15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31318"/>
                </a:solidFill>
                <a:latin typeface="Arial"/>
                <a:cs typeface="Arial"/>
              </a:rPr>
              <a:t>deadlines,</a:t>
            </a:r>
            <a:r>
              <a:rPr dirty="0" sz="950" spc="-10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31318"/>
                </a:solidFill>
                <a:latin typeface="Arial"/>
                <a:cs typeface="Arial"/>
              </a:rPr>
              <a:t>dispute</a:t>
            </a:r>
            <a:r>
              <a:rPr dirty="0" sz="950" spc="-10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31318"/>
                </a:solidFill>
                <a:latin typeface="Arial"/>
                <a:cs typeface="Arial"/>
              </a:rPr>
              <a:t>resolution,</a:t>
            </a:r>
            <a:r>
              <a:rPr dirty="0" sz="950" spc="-10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31318"/>
                </a:solidFill>
                <a:latin typeface="Arial"/>
                <a:cs typeface="Arial"/>
              </a:rPr>
              <a:t>staking</a:t>
            </a:r>
            <a:r>
              <a:rPr dirty="0" sz="950" spc="-10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31318"/>
                </a:solidFill>
                <a:latin typeface="Arial"/>
                <a:cs typeface="Arial"/>
              </a:rPr>
              <a:t>and</a:t>
            </a:r>
            <a:r>
              <a:rPr dirty="0" sz="950" spc="-10">
                <a:solidFill>
                  <a:srgbClr val="131318"/>
                </a:solidFill>
                <a:latin typeface="Arial"/>
                <a:cs typeface="Arial"/>
              </a:rPr>
              <a:t> slashing.</a:t>
            </a:r>
            <a:endParaRPr sz="950">
              <a:latin typeface="Arial"/>
              <a:cs typeface="Arial"/>
            </a:endParaRPr>
          </a:p>
          <a:p>
            <a:pPr marL="265430" marR="5080" indent="-115570">
              <a:lnSpc>
                <a:spcPct val="104900"/>
              </a:lnSpc>
              <a:spcBef>
                <a:spcPts val="475"/>
              </a:spcBef>
              <a:buClr>
                <a:srgbClr val="0B4CB2"/>
              </a:buClr>
              <a:buSzPct val="73684"/>
              <a:buFont typeface="Arial"/>
              <a:buChar char="•"/>
              <a:tabLst>
                <a:tab pos="265430" algn="l"/>
              </a:tabLst>
            </a:pPr>
            <a:r>
              <a:rPr dirty="0" sz="950" b="1">
                <a:solidFill>
                  <a:srgbClr val="131318"/>
                </a:solidFill>
                <a:latin typeface="Arial"/>
                <a:cs typeface="Arial"/>
              </a:rPr>
              <a:t>Independent</a:t>
            </a:r>
            <a:r>
              <a:rPr dirty="0" sz="950" spc="-20" b="1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950" b="1">
                <a:solidFill>
                  <a:srgbClr val="131318"/>
                </a:solidFill>
                <a:latin typeface="Arial"/>
                <a:cs typeface="Arial"/>
              </a:rPr>
              <a:t>attestors:</a:t>
            </a:r>
            <a:r>
              <a:rPr dirty="0" sz="950" spc="45" b="1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31318"/>
                </a:solidFill>
                <a:latin typeface="Arial"/>
                <a:cs typeface="Arial"/>
              </a:rPr>
              <a:t>three</a:t>
            </a:r>
            <a:r>
              <a:rPr dirty="0" sz="950" spc="-15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31318"/>
                </a:solidFill>
                <a:latin typeface="Arial"/>
                <a:cs typeface="Arial"/>
              </a:rPr>
              <a:t>designated</a:t>
            </a:r>
            <a:r>
              <a:rPr dirty="0" sz="950" spc="-15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31318"/>
                </a:solidFill>
                <a:latin typeface="Arial"/>
                <a:cs typeface="Arial"/>
              </a:rPr>
              <a:t>attestors</a:t>
            </a:r>
            <a:r>
              <a:rPr dirty="0" sz="950" spc="-15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31318"/>
                </a:solidFill>
                <a:latin typeface="Arial"/>
                <a:cs typeface="Arial"/>
              </a:rPr>
              <a:t>stake</a:t>
            </a:r>
            <a:r>
              <a:rPr dirty="0" sz="950" spc="-20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31318"/>
                </a:solidFill>
                <a:latin typeface="Arial"/>
                <a:cs typeface="Arial"/>
              </a:rPr>
              <a:t>before</a:t>
            </a:r>
            <a:r>
              <a:rPr dirty="0" sz="950" spc="-15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950" spc="-10">
                <a:solidFill>
                  <a:srgbClr val="131318"/>
                </a:solidFill>
                <a:latin typeface="Arial"/>
                <a:cs typeface="Arial"/>
              </a:rPr>
              <a:t>voting; </a:t>
            </a:r>
            <a:r>
              <a:rPr dirty="0" sz="950">
                <a:solidFill>
                  <a:srgbClr val="131318"/>
                </a:solidFill>
                <a:latin typeface="Arial"/>
                <a:cs typeface="Arial"/>
              </a:rPr>
              <a:t>two</a:t>
            </a:r>
            <a:r>
              <a:rPr dirty="0" sz="950" spc="-15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31318"/>
                </a:solidFill>
                <a:latin typeface="Arial"/>
                <a:cs typeface="Arial"/>
              </a:rPr>
              <a:t>matching</a:t>
            </a:r>
            <a:r>
              <a:rPr dirty="0" sz="950" spc="-10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31318"/>
                </a:solidFill>
                <a:latin typeface="Arial"/>
                <a:cs typeface="Arial"/>
              </a:rPr>
              <a:t>votes</a:t>
            </a:r>
            <a:r>
              <a:rPr dirty="0" sz="950" spc="-10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31318"/>
                </a:solidFill>
                <a:latin typeface="Arial"/>
                <a:cs typeface="Arial"/>
              </a:rPr>
              <a:t>on</a:t>
            </a:r>
            <a:r>
              <a:rPr dirty="0" sz="950" spc="-10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31318"/>
                </a:solidFill>
                <a:latin typeface="Arial"/>
                <a:cs typeface="Arial"/>
              </a:rPr>
              <a:t>the</a:t>
            </a:r>
            <a:r>
              <a:rPr dirty="0" sz="950" spc="-10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31318"/>
                </a:solidFill>
                <a:latin typeface="Arial"/>
                <a:cs typeface="Arial"/>
              </a:rPr>
              <a:t>same</a:t>
            </a:r>
            <a:r>
              <a:rPr dirty="0" sz="950" spc="-10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31318"/>
                </a:solidFill>
                <a:latin typeface="Arial"/>
                <a:cs typeface="Arial"/>
              </a:rPr>
              <a:t>state,</a:t>
            </a:r>
            <a:r>
              <a:rPr dirty="0" sz="950" spc="-15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31318"/>
                </a:solidFill>
                <a:latin typeface="Arial"/>
                <a:cs typeface="Arial"/>
              </a:rPr>
              <a:t>status</a:t>
            </a:r>
            <a:r>
              <a:rPr dirty="0" sz="950" spc="-10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31318"/>
                </a:solidFill>
                <a:latin typeface="Arial"/>
                <a:cs typeface="Arial"/>
              </a:rPr>
              <a:t>code</a:t>
            </a:r>
            <a:r>
              <a:rPr dirty="0" sz="950" spc="-10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31318"/>
                </a:solidFill>
                <a:latin typeface="Arial"/>
                <a:cs typeface="Arial"/>
              </a:rPr>
              <a:t>and</a:t>
            </a:r>
            <a:r>
              <a:rPr dirty="0" sz="950" spc="-10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31318"/>
                </a:solidFill>
                <a:latin typeface="Arial"/>
                <a:cs typeface="Arial"/>
              </a:rPr>
              <a:t>record</a:t>
            </a:r>
            <a:r>
              <a:rPr dirty="0" sz="950" spc="-10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950" spc="-20">
                <a:solidFill>
                  <a:srgbClr val="131318"/>
                </a:solidFill>
                <a:latin typeface="Arial"/>
                <a:cs typeface="Arial"/>
              </a:rPr>
              <a:t>hash </a:t>
            </a:r>
            <a:r>
              <a:rPr dirty="0" sz="950">
                <a:solidFill>
                  <a:srgbClr val="131318"/>
                </a:solidFill>
                <a:latin typeface="Arial"/>
                <a:cs typeface="Arial"/>
              </a:rPr>
              <a:t>advance</a:t>
            </a:r>
            <a:r>
              <a:rPr dirty="0" sz="950" spc="-20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31318"/>
                </a:solidFill>
                <a:latin typeface="Arial"/>
                <a:cs typeface="Arial"/>
              </a:rPr>
              <a:t>the</a:t>
            </a:r>
            <a:r>
              <a:rPr dirty="0" sz="950" spc="-15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950" spc="-10">
                <a:solidFill>
                  <a:srgbClr val="131318"/>
                </a:solidFill>
                <a:latin typeface="Arial"/>
                <a:cs typeface="Arial"/>
              </a:rPr>
              <a:t>deal.</a:t>
            </a:r>
            <a:endParaRPr sz="950">
              <a:latin typeface="Arial"/>
              <a:cs typeface="Arial"/>
            </a:endParaRPr>
          </a:p>
          <a:p>
            <a:pPr marL="265430" marR="172085" indent="-115570">
              <a:lnSpc>
                <a:spcPct val="104900"/>
              </a:lnSpc>
              <a:spcBef>
                <a:spcPts val="475"/>
              </a:spcBef>
              <a:buClr>
                <a:srgbClr val="0B4CB2"/>
              </a:buClr>
              <a:buSzPct val="73684"/>
              <a:buFont typeface="Arial"/>
              <a:buChar char="•"/>
              <a:tabLst>
                <a:tab pos="265430" algn="l"/>
              </a:tabLst>
            </a:pPr>
            <a:r>
              <a:rPr dirty="0" sz="950" b="1">
                <a:solidFill>
                  <a:srgbClr val="131318"/>
                </a:solidFill>
                <a:latin typeface="Arial"/>
                <a:cs typeface="Arial"/>
              </a:rPr>
              <a:t>Mock</a:t>
            </a:r>
            <a:r>
              <a:rPr dirty="0" sz="950" spc="-20" b="1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950" b="1">
                <a:solidFill>
                  <a:srgbClr val="131318"/>
                </a:solidFill>
                <a:latin typeface="Arial"/>
                <a:cs typeface="Arial"/>
              </a:rPr>
              <a:t>customs</a:t>
            </a:r>
            <a:r>
              <a:rPr dirty="0" sz="950" spc="-20" b="1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950" b="1">
                <a:solidFill>
                  <a:srgbClr val="131318"/>
                </a:solidFill>
                <a:latin typeface="Arial"/>
                <a:cs typeface="Arial"/>
              </a:rPr>
              <a:t>portal:</a:t>
            </a:r>
            <a:r>
              <a:rPr dirty="0" sz="950" spc="45" b="1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31318"/>
                </a:solidFill>
                <a:latin typeface="Arial"/>
                <a:cs typeface="Arial"/>
              </a:rPr>
              <a:t>provides</a:t>
            </a:r>
            <a:r>
              <a:rPr dirty="0" sz="950" spc="-20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31318"/>
                </a:solidFill>
                <a:latin typeface="Arial"/>
                <a:cs typeface="Arial"/>
              </a:rPr>
              <a:t>a</a:t>
            </a:r>
            <a:r>
              <a:rPr dirty="0" sz="950" spc="-20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31318"/>
                </a:solidFill>
                <a:latin typeface="Arial"/>
                <a:cs typeface="Arial"/>
              </a:rPr>
              <a:t>stable</a:t>
            </a:r>
            <a:r>
              <a:rPr dirty="0" sz="950" spc="-15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31318"/>
                </a:solidFill>
                <a:latin typeface="Arial"/>
                <a:cs typeface="Arial"/>
              </a:rPr>
              <a:t>JSON</a:t>
            </a:r>
            <a:r>
              <a:rPr dirty="0" sz="950" spc="-20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31318"/>
                </a:solidFill>
                <a:latin typeface="Arial"/>
                <a:cs typeface="Arial"/>
              </a:rPr>
              <a:t>consignment</a:t>
            </a:r>
            <a:r>
              <a:rPr dirty="0" sz="950" spc="-20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950" spc="-10">
                <a:solidFill>
                  <a:srgbClr val="131318"/>
                </a:solidFill>
                <a:latin typeface="Arial"/>
                <a:cs typeface="Arial"/>
              </a:rPr>
              <a:t>record </a:t>
            </a:r>
            <a:r>
              <a:rPr dirty="0" sz="950">
                <a:solidFill>
                  <a:srgbClr val="131318"/>
                </a:solidFill>
                <a:latin typeface="Arial"/>
                <a:cs typeface="Arial"/>
              </a:rPr>
              <a:t>and</a:t>
            </a:r>
            <a:r>
              <a:rPr dirty="0" sz="950" spc="-10">
                <a:solidFill>
                  <a:srgbClr val="131318"/>
                </a:solidFill>
                <a:latin typeface="Arial"/>
                <a:cs typeface="Arial"/>
              </a:rPr>
              <a:t> SHA-</a:t>
            </a:r>
            <a:r>
              <a:rPr dirty="0" sz="950">
                <a:solidFill>
                  <a:srgbClr val="131318"/>
                </a:solidFill>
                <a:latin typeface="Arial"/>
                <a:cs typeface="Arial"/>
              </a:rPr>
              <a:t>256</a:t>
            </a:r>
            <a:r>
              <a:rPr dirty="0" sz="950" spc="-5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31318"/>
                </a:solidFill>
                <a:latin typeface="Arial"/>
                <a:cs typeface="Arial"/>
              </a:rPr>
              <a:t>hash</a:t>
            </a:r>
            <a:r>
              <a:rPr dirty="0" sz="950" spc="-5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31318"/>
                </a:solidFill>
                <a:latin typeface="Arial"/>
                <a:cs typeface="Arial"/>
              </a:rPr>
              <a:t>for</a:t>
            </a:r>
            <a:r>
              <a:rPr dirty="0" sz="950" spc="-10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31318"/>
                </a:solidFill>
                <a:latin typeface="Arial"/>
                <a:cs typeface="Arial"/>
              </a:rPr>
              <a:t>the</a:t>
            </a:r>
            <a:r>
              <a:rPr dirty="0" sz="950" spc="-5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31318"/>
                </a:solidFill>
                <a:latin typeface="Arial"/>
                <a:cs typeface="Arial"/>
              </a:rPr>
              <a:t>planned</a:t>
            </a:r>
            <a:r>
              <a:rPr dirty="0" sz="950" spc="-5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950" spc="-10">
                <a:solidFill>
                  <a:srgbClr val="131318"/>
                </a:solidFill>
                <a:latin typeface="Arial"/>
                <a:cs typeface="Arial"/>
              </a:rPr>
              <a:t>evidence </a:t>
            </a:r>
            <a:r>
              <a:rPr dirty="0" sz="950" spc="-20">
                <a:solidFill>
                  <a:srgbClr val="131318"/>
                </a:solidFill>
                <a:latin typeface="Arial"/>
                <a:cs typeface="Arial"/>
              </a:rPr>
              <a:t>flow.</a:t>
            </a:r>
            <a:endParaRPr sz="950">
              <a:latin typeface="Arial"/>
              <a:cs typeface="Arial"/>
            </a:endParaRPr>
          </a:p>
          <a:p>
            <a:pPr marL="265430" marR="89535" indent="-115570">
              <a:lnSpc>
                <a:spcPct val="104900"/>
              </a:lnSpc>
              <a:spcBef>
                <a:spcPts val="470"/>
              </a:spcBef>
              <a:buClr>
                <a:srgbClr val="0B4CB2"/>
              </a:buClr>
              <a:buSzPct val="73684"/>
              <a:buFont typeface="Arial"/>
              <a:buChar char="•"/>
              <a:tabLst>
                <a:tab pos="265430" algn="l"/>
              </a:tabLst>
            </a:pPr>
            <a:r>
              <a:rPr dirty="0" sz="950" b="1">
                <a:solidFill>
                  <a:srgbClr val="131318"/>
                </a:solidFill>
                <a:latin typeface="Arial"/>
                <a:cs typeface="Arial"/>
              </a:rPr>
              <a:t>React</a:t>
            </a:r>
            <a:r>
              <a:rPr dirty="0" sz="950" spc="-15" b="1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950" b="1">
                <a:solidFill>
                  <a:srgbClr val="131318"/>
                </a:solidFill>
                <a:latin typeface="Arial"/>
                <a:cs typeface="Arial"/>
              </a:rPr>
              <a:t>dApp:</a:t>
            </a:r>
            <a:r>
              <a:rPr dirty="0" sz="950" spc="55" b="1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31318"/>
                </a:solidFill>
                <a:latin typeface="Arial"/>
                <a:cs typeface="Arial"/>
              </a:rPr>
              <a:t>connects</a:t>
            </a:r>
            <a:r>
              <a:rPr dirty="0" sz="950" spc="-15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31318"/>
                </a:solidFill>
                <a:latin typeface="Arial"/>
                <a:cs typeface="Arial"/>
              </a:rPr>
              <a:t>a</a:t>
            </a:r>
            <a:r>
              <a:rPr dirty="0" sz="950" spc="-10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31318"/>
                </a:solidFill>
                <a:latin typeface="Arial"/>
                <a:cs typeface="Arial"/>
              </a:rPr>
              <a:t>wallet,</a:t>
            </a:r>
            <a:r>
              <a:rPr dirty="0" sz="950" spc="-10">
                <a:solidFill>
                  <a:srgbClr val="131318"/>
                </a:solidFill>
                <a:latin typeface="Arial"/>
                <a:cs typeface="Arial"/>
              </a:rPr>
              <a:t> discovers </a:t>
            </a:r>
            <a:r>
              <a:rPr dirty="0" sz="950">
                <a:solidFill>
                  <a:srgbClr val="131318"/>
                </a:solidFill>
                <a:latin typeface="Arial"/>
                <a:cs typeface="Arial"/>
              </a:rPr>
              <a:t>escrows</a:t>
            </a:r>
            <a:r>
              <a:rPr dirty="0" sz="950" spc="-15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31318"/>
                </a:solidFill>
                <a:latin typeface="Arial"/>
                <a:cs typeface="Arial"/>
              </a:rPr>
              <a:t>on</a:t>
            </a:r>
            <a:r>
              <a:rPr dirty="0" sz="950" spc="-10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31318"/>
                </a:solidFill>
                <a:latin typeface="Arial"/>
                <a:cs typeface="Arial"/>
              </a:rPr>
              <a:t>the</a:t>
            </a:r>
            <a:r>
              <a:rPr dirty="0" sz="950" spc="-10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31318"/>
                </a:solidFill>
                <a:latin typeface="Arial"/>
                <a:cs typeface="Arial"/>
              </a:rPr>
              <a:t>local</a:t>
            </a:r>
            <a:r>
              <a:rPr dirty="0" sz="950" spc="-10">
                <a:solidFill>
                  <a:srgbClr val="131318"/>
                </a:solidFill>
                <a:latin typeface="Arial"/>
                <a:cs typeface="Arial"/>
              </a:rPr>
              <a:t> chain, </a:t>
            </a:r>
            <a:r>
              <a:rPr dirty="0" sz="950">
                <a:solidFill>
                  <a:srgbClr val="131318"/>
                </a:solidFill>
                <a:latin typeface="Arial"/>
                <a:cs typeface="Arial"/>
              </a:rPr>
              <a:t>derives</a:t>
            </a:r>
            <a:r>
              <a:rPr dirty="0" sz="950" spc="-30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31318"/>
                </a:solidFill>
                <a:latin typeface="Arial"/>
                <a:cs typeface="Arial"/>
              </a:rPr>
              <a:t>roles</a:t>
            </a:r>
            <a:r>
              <a:rPr dirty="0" sz="950" spc="-25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31318"/>
                </a:solidFill>
                <a:latin typeface="Arial"/>
                <a:cs typeface="Arial"/>
              </a:rPr>
              <a:t>and</a:t>
            </a:r>
            <a:r>
              <a:rPr dirty="0" sz="950" spc="-30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31318"/>
                </a:solidFill>
                <a:latin typeface="Arial"/>
                <a:cs typeface="Arial"/>
              </a:rPr>
              <a:t>exposes</a:t>
            </a:r>
            <a:r>
              <a:rPr dirty="0" sz="950" spc="-25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31318"/>
                </a:solidFill>
                <a:latin typeface="Arial"/>
                <a:cs typeface="Arial"/>
              </a:rPr>
              <a:t>actions</a:t>
            </a:r>
            <a:r>
              <a:rPr dirty="0" sz="950" spc="-25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31318"/>
                </a:solidFill>
                <a:latin typeface="Arial"/>
                <a:cs typeface="Arial"/>
              </a:rPr>
              <a:t>for</a:t>
            </a:r>
            <a:r>
              <a:rPr dirty="0" sz="950" spc="-30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31318"/>
                </a:solidFill>
                <a:latin typeface="Arial"/>
                <a:cs typeface="Arial"/>
              </a:rPr>
              <a:t>each</a:t>
            </a:r>
            <a:r>
              <a:rPr dirty="0" sz="950" spc="-25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950" spc="-10">
                <a:solidFill>
                  <a:srgbClr val="131318"/>
                </a:solidFill>
                <a:latin typeface="Arial"/>
                <a:cs typeface="Arial"/>
              </a:rPr>
              <a:t>role.</a:t>
            </a:r>
            <a:endParaRPr sz="950">
              <a:latin typeface="Arial"/>
              <a:cs typeface="Arial"/>
            </a:endParaRPr>
          </a:p>
          <a:p>
            <a:pPr marL="265430" marR="66040" indent="-115570">
              <a:lnSpc>
                <a:spcPct val="104900"/>
              </a:lnSpc>
              <a:spcBef>
                <a:spcPts val="475"/>
              </a:spcBef>
              <a:buClr>
                <a:srgbClr val="0B4CB2"/>
              </a:buClr>
              <a:buSzPct val="73684"/>
              <a:buFont typeface="Arial"/>
              <a:buChar char="•"/>
              <a:tabLst>
                <a:tab pos="265430" algn="l"/>
              </a:tabLst>
            </a:pPr>
            <a:r>
              <a:rPr dirty="0" sz="950" b="1">
                <a:solidFill>
                  <a:srgbClr val="131318"/>
                </a:solidFill>
                <a:latin typeface="Arial"/>
                <a:cs typeface="Arial"/>
              </a:rPr>
              <a:t>Planned</a:t>
            </a:r>
            <a:r>
              <a:rPr dirty="0" sz="950" spc="-25" b="1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950" b="1">
                <a:solidFill>
                  <a:srgbClr val="131318"/>
                </a:solidFill>
                <a:latin typeface="Arial"/>
                <a:cs typeface="Arial"/>
              </a:rPr>
              <a:t>proof</a:t>
            </a:r>
            <a:r>
              <a:rPr dirty="0" sz="950" spc="-25" b="1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950" b="1">
                <a:solidFill>
                  <a:srgbClr val="131318"/>
                </a:solidFill>
                <a:latin typeface="Arial"/>
                <a:cs typeface="Arial"/>
              </a:rPr>
              <a:t>layer:</a:t>
            </a:r>
            <a:r>
              <a:rPr dirty="0" sz="950" spc="40" b="1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31318"/>
                </a:solidFill>
                <a:latin typeface="Arial"/>
                <a:cs typeface="Arial"/>
              </a:rPr>
              <a:t>TLSNotary-based</a:t>
            </a:r>
            <a:r>
              <a:rPr dirty="0" sz="950" spc="-20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31318"/>
                </a:solidFill>
                <a:latin typeface="Arial"/>
                <a:cs typeface="Arial"/>
              </a:rPr>
              <a:t>zkTLS</a:t>
            </a:r>
            <a:r>
              <a:rPr dirty="0" sz="950" spc="-25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31318"/>
                </a:solidFill>
                <a:latin typeface="Arial"/>
                <a:cs typeface="Arial"/>
              </a:rPr>
              <a:t>is</a:t>
            </a:r>
            <a:r>
              <a:rPr dirty="0" sz="950" spc="-25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31318"/>
                </a:solidFill>
                <a:latin typeface="Arial"/>
                <a:cs typeface="Arial"/>
              </a:rPr>
              <a:t>selected</a:t>
            </a:r>
            <a:r>
              <a:rPr dirty="0" sz="950" spc="-20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31318"/>
                </a:solidFill>
                <a:latin typeface="Arial"/>
                <a:cs typeface="Arial"/>
              </a:rPr>
              <a:t>for</a:t>
            </a:r>
            <a:r>
              <a:rPr dirty="0" sz="950" spc="-25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950" spc="-10">
                <a:solidFill>
                  <a:srgbClr val="131318"/>
                </a:solidFill>
                <a:latin typeface="Arial"/>
                <a:cs typeface="Arial"/>
              </a:rPr>
              <a:t>future </a:t>
            </a:r>
            <a:r>
              <a:rPr dirty="0" sz="950">
                <a:solidFill>
                  <a:srgbClr val="131318"/>
                </a:solidFill>
                <a:latin typeface="Arial"/>
                <a:cs typeface="Arial"/>
              </a:rPr>
              <a:t>proof</a:t>
            </a:r>
            <a:r>
              <a:rPr dirty="0" sz="950" spc="-10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31318"/>
                </a:solidFill>
                <a:latin typeface="Arial"/>
                <a:cs typeface="Arial"/>
              </a:rPr>
              <a:t>of</a:t>
            </a:r>
            <a:r>
              <a:rPr dirty="0" sz="950" spc="-10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31318"/>
                </a:solidFill>
                <a:latin typeface="Arial"/>
                <a:cs typeface="Arial"/>
              </a:rPr>
              <a:t>the</a:t>
            </a:r>
            <a:r>
              <a:rPr dirty="0" sz="950" spc="-10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31318"/>
                </a:solidFill>
                <a:latin typeface="Arial"/>
                <a:cs typeface="Arial"/>
              </a:rPr>
              <a:t>portal</a:t>
            </a:r>
            <a:r>
              <a:rPr dirty="0" sz="950" spc="-10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31318"/>
                </a:solidFill>
                <a:latin typeface="Arial"/>
                <a:cs typeface="Arial"/>
              </a:rPr>
              <a:t>response;</a:t>
            </a:r>
            <a:r>
              <a:rPr dirty="0" sz="950" spc="-10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31318"/>
                </a:solidFill>
                <a:latin typeface="Arial"/>
                <a:cs typeface="Arial"/>
              </a:rPr>
              <a:t>current</a:t>
            </a:r>
            <a:r>
              <a:rPr dirty="0" sz="950" spc="-5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31318"/>
                </a:solidFill>
                <a:latin typeface="Arial"/>
                <a:cs typeface="Arial"/>
              </a:rPr>
              <a:t>attestations</a:t>
            </a:r>
            <a:r>
              <a:rPr dirty="0" sz="950" spc="-10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31318"/>
                </a:solidFill>
                <a:latin typeface="Arial"/>
                <a:cs typeface="Arial"/>
              </a:rPr>
              <a:t>are</a:t>
            </a:r>
            <a:r>
              <a:rPr dirty="0" sz="950" spc="-10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31318"/>
                </a:solidFill>
                <a:latin typeface="Arial"/>
                <a:cs typeface="Arial"/>
              </a:rPr>
              <a:t>not</a:t>
            </a:r>
            <a:r>
              <a:rPr dirty="0" sz="950" spc="-10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31318"/>
                </a:solidFill>
                <a:latin typeface="Arial"/>
                <a:cs typeface="Arial"/>
              </a:rPr>
              <a:t>yet</a:t>
            </a:r>
            <a:r>
              <a:rPr dirty="0" sz="950" spc="-10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31318"/>
                </a:solidFill>
                <a:latin typeface="Arial"/>
                <a:cs typeface="Arial"/>
              </a:rPr>
              <a:t>backed</a:t>
            </a:r>
            <a:r>
              <a:rPr dirty="0" sz="950" spc="-5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950" spc="-25">
                <a:solidFill>
                  <a:srgbClr val="131318"/>
                </a:solidFill>
                <a:latin typeface="Arial"/>
                <a:cs typeface="Arial"/>
              </a:rPr>
              <a:t>by </a:t>
            </a:r>
            <a:r>
              <a:rPr dirty="0" sz="950">
                <a:solidFill>
                  <a:srgbClr val="131318"/>
                </a:solidFill>
                <a:latin typeface="Arial"/>
                <a:cs typeface="Arial"/>
              </a:rPr>
              <a:t>this</a:t>
            </a:r>
            <a:r>
              <a:rPr dirty="0" sz="950" spc="-20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950" spc="-10">
                <a:solidFill>
                  <a:srgbClr val="131318"/>
                </a:solidFill>
                <a:latin typeface="Arial"/>
                <a:cs typeface="Arial"/>
              </a:rPr>
              <a:t>proof.</a:t>
            </a:r>
            <a:endParaRPr sz="950">
              <a:latin typeface="Arial"/>
              <a:cs typeface="Arial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System</a:t>
            </a:r>
            <a:r>
              <a:rPr dirty="0" spc="120"/>
              <a:t> </a:t>
            </a:r>
            <a:r>
              <a:rPr dirty="0" spc="-10"/>
              <a:t>Architecture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5303520" y="217041"/>
            <a:ext cx="217170" cy="126364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650">
                <a:solidFill>
                  <a:srgbClr val="787D86"/>
                </a:solidFill>
                <a:latin typeface="Arial"/>
                <a:cs typeface="Arial"/>
              </a:rPr>
              <a:t>7</a:t>
            </a:r>
            <a:r>
              <a:rPr dirty="0" sz="650" spc="-65">
                <a:solidFill>
                  <a:srgbClr val="787D86"/>
                </a:solidFill>
                <a:latin typeface="Arial"/>
                <a:cs typeface="Arial"/>
              </a:rPr>
              <a:t> </a:t>
            </a:r>
            <a:r>
              <a:rPr dirty="0" sz="650">
                <a:solidFill>
                  <a:srgbClr val="787D86"/>
                </a:solidFill>
                <a:latin typeface="Arial"/>
                <a:cs typeface="Arial"/>
              </a:rPr>
              <a:t>/</a:t>
            </a:r>
            <a:r>
              <a:rPr dirty="0" sz="650" spc="-70">
                <a:solidFill>
                  <a:srgbClr val="787D86"/>
                </a:solidFill>
                <a:latin typeface="Arial"/>
                <a:cs typeface="Arial"/>
              </a:rPr>
              <a:t> </a:t>
            </a:r>
            <a:r>
              <a:rPr dirty="0" sz="650" spc="-25">
                <a:solidFill>
                  <a:srgbClr val="787D86"/>
                </a:solidFill>
                <a:latin typeface="Arial"/>
                <a:cs typeface="Arial"/>
              </a:rPr>
              <a:t>24</a:t>
            </a:r>
            <a:endParaRPr sz="650">
              <a:latin typeface="Arial"/>
              <a:cs typeface="Arial"/>
            </a:endParaRPr>
          </a:p>
        </p:txBody>
      </p:sp>
      <p:grpSp>
        <p:nvGrpSpPr>
          <p:cNvPr id="2" name="object 2"/>
          <p:cNvGrpSpPr/>
          <p:nvPr/>
        </p:nvGrpSpPr>
        <p:grpSpPr>
          <a:xfrm>
            <a:off x="0" y="1467129"/>
            <a:ext cx="1146175" cy="128905"/>
            <a:chOff x="0" y="1467129"/>
            <a:chExt cx="1146175" cy="128905"/>
          </a:xfrm>
        </p:grpSpPr>
        <p:sp>
          <p:nvSpPr>
            <p:cNvPr id="3" name="object 3"/>
            <p:cNvSpPr/>
            <p:nvPr/>
          </p:nvSpPr>
          <p:spPr>
            <a:xfrm>
              <a:off x="0" y="1467129"/>
              <a:ext cx="20320" cy="128905"/>
            </a:xfrm>
            <a:custGeom>
              <a:avLst/>
              <a:gdLst/>
              <a:ahLst/>
              <a:cxnLst/>
              <a:rect l="l" t="t" r="r" b="b"/>
              <a:pathLst>
                <a:path w="20320" h="128905">
                  <a:moveTo>
                    <a:pt x="20243" y="0"/>
                  </a:moveTo>
                  <a:lnTo>
                    <a:pt x="0" y="0"/>
                  </a:lnTo>
                  <a:lnTo>
                    <a:pt x="0" y="128701"/>
                  </a:lnTo>
                  <a:lnTo>
                    <a:pt x="20243" y="128701"/>
                  </a:lnTo>
                  <a:lnTo>
                    <a:pt x="20243" y="0"/>
                  </a:lnTo>
                  <a:close/>
                </a:path>
              </a:pathLst>
            </a:custGeom>
            <a:solidFill>
              <a:srgbClr val="0B4CB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20243" y="1467129"/>
              <a:ext cx="1125855" cy="128905"/>
            </a:xfrm>
            <a:custGeom>
              <a:avLst/>
              <a:gdLst/>
              <a:ahLst/>
              <a:cxnLst/>
              <a:rect l="l" t="t" r="r" b="b"/>
              <a:pathLst>
                <a:path w="1125855" h="128905">
                  <a:moveTo>
                    <a:pt x="1125423" y="0"/>
                  </a:moveTo>
                  <a:lnTo>
                    <a:pt x="0" y="0"/>
                  </a:lnTo>
                  <a:lnTo>
                    <a:pt x="0" y="128701"/>
                  </a:lnTo>
                  <a:lnTo>
                    <a:pt x="1125423" y="128701"/>
                  </a:lnTo>
                  <a:lnTo>
                    <a:pt x="1125423" y="0"/>
                  </a:lnTo>
                  <a:close/>
                </a:path>
              </a:pathLst>
            </a:custGeom>
            <a:solidFill>
              <a:srgbClr val="DCE5F7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/>
          <p:cNvSpPr txBox="1"/>
          <p:nvPr/>
        </p:nvSpPr>
        <p:spPr>
          <a:xfrm>
            <a:off x="20243" y="906851"/>
            <a:ext cx="1125855" cy="231775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8575" marR="452120">
              <a:lnSpc>
                <a:spcPct val="150500"/>
              </a:lnSpc>
              <a:spcBef>
                <a:spcPts val="95"/>
              </a:spcBef>
            </a:pPr>
            <a:r>
              <a:rPr dirty="0" sz="550" spc="-10">
                <a:solidFill>
                  <a:srgbClr val="585B66"/>
                </a:solidFill>
                <a:latin typeface="Arial"/>
                <a:cs typeface="Arial"/>
                <a:hlinkClick r:id="rId2" action="ppaction://hlinksldjump"/>
              </a:rPr>
              <a:t>Introduction</a:t>
            </a:r>
            <a:r>
              <a:rPr dirty="0" sz="550" spc="500">
                <a:solidFill>
                  <a:srgbClr val="585B66"/>
                </a:solidFill>
                <a:latin typeface="Arial"/>
                <a:cs typeface="Arial"/>
              </a:rPr>
              <a:t> </a:t>
            </a:r>
            <a:r>
              <a:rPr dirty="0" sz="550">
                <a:solidFill>
                  <a:srgbClr val="585B66"/>
                </a:solidFill>
                <a:latin typeface="Arial"/>
                <a:cs typeface="Arial"/>
                <a:hlinkClick r:id="rId3" action="ppaction://hlinksldjump"/>
              </a:rPr>
              <a:t>Problem</a:t>
            </a:r>
            <a:r>
              <a:rPr dirty="0" sz="550" spc="125">
                <a:solidFill>
                  <a:srgbClr val="585B66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dirty="0" sz="550" spc="-10">
                <a:solidFill>
                  <a:srgbClr val="585B66"/>
                </a:solidFill>
                <a:latin typeface="Arial"/>
                <a:cs typeface="Arial"/>
                <a:hlinkClick r:id="rId3" action="ppaction://hlinksldjump"/>
              </a:rPr>
              <a:t>Statement</a:t>
            </a:r>
            <a:r>
              <a:rPr dirty="0" sz="550" spc="500">
                <a:solidFill>
                  <a:srgbClr val="585B66"/>
                </a:solidFill>
                <a:latin typeface="Arial"/>
                <a:cs typeface="Arial"/>
              </a:rPr>
              <a:t> </a:t>
            </a:r>
            <a:r>
              <a:rPr dirty="0" sz="550" spc="10">
                <a:solidFill>
                  <a:srgbClr val="585B66"/>
                </a:solidFill>
                <a:latin typeface="Arial"/>
                <a:cs typeface="Arial"/>
                <a:hlinkClick r:id="rId4" action="ppaction://hlinksldjump"/>
              </a:rPr>
              <a:t>Literature</a:t>
            </a:r>
            <a:r>
              <a:rPr dirty="0" sz="550" spc="70">
                <a:solidFill>
                  <a:srgbClr val="585B66"/>
                </a:solidFill>
                <a:latin typeface="Arial"/>
                <a:cs typeface="Arial"/>
                <a:hlinkClick r:id="rId4" action="ppaction://hlinksldjump"/>
              </a:rPr>
              <a:t> </a:t>
            </a:r>
            <a:r>
              <a:rPr dirty="0" sz="550" spc="-10">
                <a:solidFill>
                  <a:srgbClr val="585B66"/>
                </a:solidFill>
                <a:latin typeface="Arial"/>
                <a:cs typeface="Arial"/>
                <a:hlinkClick r:id="rId4" action="ppaction://hlinksldjump"/>
              </a:rPr>
              <a:t>Review</a:t>
            </a:r>
            <a:r>
              <a:rPr dirty="0" sz="550" spc="500">
                <a:solidFill>
                  <a:srgbClr val="585B66"/>
                </a:solidFill>
                <a:latin typeface="Arial"/>
                <a:cs typeface="Arial"/>
              </a:rPr>
              <a:t> </a:t>
            </a:r>
            <a:r>
              <a:rPr dirty="0" sz="550" spc="10">
                <a:solidFill>
                  <a:srgbClr val="585B66"/>
                </a:solidFill>
                <a:latin typeface="Arial"/>
                <a:cs typeface="Arial"/>
                <a:hlinkClick r:id="rId5" action="ppaction://hlinksldjump"/>
              </a:rPr>
              <a:t>Proposed</a:t>
            </a:r>
            <a:r>
              <a:rPr dirty="0" sz="550" spc="114">
                <a:solidFill>
                  <a:srgbClr val="585B66"/>
                </a:solidFill>
                <a:latin typeface="Arial"/>
                <a:cs typeface="Arial"/>
                <a:hlinkClick r:id="rId5" action="ppaction://hlinksldjump"/>
              </a:rPr>
              <a:t> </a:t>
            </a:r>
            <a:r>
              <a:rPr dirty="0" sz="550" spc="-10">
                <a:solidFill>
                  <a:srgbClr val="585B66"/>
                </a:solidFill>
                <a:latin typeface="Arial"/>
                <a:cs typeface="Arial"/>
                <a:hlinkClick r:id="rId5" action="ppaction://hlinksldjump"/>
              </a:rPr>
              <a:t>Solution</a:t>
            </a:r>
            <a:endParaRPr sz="550">
              <a:latin typeface="Arial"/>
              <a:cs typeface="Arial"/>
            </a:endParaRPr>
          </a:p>
          <a:p>
            <a:pPr algn="ctr" marR="392430">
              <a:lnSpc>
                <a:spcPct val="100000"/>
              </a:lnSpc>
              <a:spcBef>
                <a:spcPts val="450"/>
              </a:spcBef>
            </a:pPr>
            <a:r>
              <a:rPr dirty="0" sz="550">
                <a:solidFill>
                  <a:srgbClr val="0B4CB2"/>
                </a:solidFill>
                <a:latin typeface="Arial"/>
                <a:cs typeface="Arial"/>
                <a:hlinkClick r:id="rId6" action="ppaction://hlinksldjump"/>
              </a:rPr>
              <a:t>System</a:t>
            </a:r>
            <a:r>
              <a:rPr dirty="0" sz="550" spc="135">
                <a:solidFill>
                  <a:srgbClr val="0B4CB2"/>
                </a:solidFill>
                <a:latin typeface="Arial"/>
                <a:cs typeface="Arial"/>
                <a:hlinkClick r:id="rId6" action="ppaction://hlinksldjump"/>
              </a:rPr>
              <a:t> </a:t>
            </a:r>
            <a:r>
              <a:rPr dirty="0" sz="550" spc="-10">
                <a:solidFill>
                  <a:srgbClr val="0B4CB2"/>
                </a:solidFill>
                <a:latin typeface="Arial"/>
                <a:cs typeface="Arial"/>
                <a:hlinkClick r:id="rId6" action="ppaction://hlinksldjump"/>
              </a:rPr>
              <a:t>Architecture</a:t>
            </a:r>
            <a:endParaRPr sz="550">
              <a:latin typeface="Arial"/>
              <a:cs typeface="Arial"/>
            </a:endParaRPr>
          </a:p>
          <a:p>
            <a:pPr algn="ctr" marR="439420">
              <a:lnSpc>
                <a:spcPct val="100000"/>
              </a:lnSpc>
              <a:spcBef>
                <a:spcPts val="325"/>
              </a:spcBef>
            </a:pPr>
            <a:r>
              <a:rPr dirty="0" sz="500" spc="-10" b="1">
                <a:solidFill>
                  <a:srgbClr val="0B4CB2"/>
                </a:solidFill>
                <a:latin typeface="Arial"/>
                <a:cs typeface="Arial"/>
                <a:hlinkClick r:id="rId6" action="ppaction://hlinksldjump"/>
              </a:rPr>
              <a:t>Architecture</a:t>
            </a:r>
            <a:endParaRPr sz="500">
              <a:latin typeface="Arial"/>
              <a:cs typeface="Arial"/>
            </a:endParaRPr>
          </a:p>
          <a:p>
            <a:pPr marL="141605">
              <a:lnSpc>
                <a:spcPct val="100000"/>
              </a:lnSpc>
              <a:spcBef>
                <a:spcPts val="204"/>
              </a:spcBef>
            </a:pPr>
            <a:r>
              <a:rPr dirty="0" sz="500">
                <a:solidFill>
                  <a:srgbClr val="585B66"/>
                </a:solidFill>
                <a:latin typeface="Arial"/>
                <a:cs typeface="Arial"/>
                <a:hlinkClick r:id="rId7" action="ppaction://hlinksldjump"/>
              </a:rPr>
              <a:t>Use</a:t>
            </a:r>
            <a:r>
              <a:rPr dirty="0" sz="500" spc="65">
                <a:solidFill>
                  <a:srgbClr val="585B66"/>
                </a:solidFill>
                <a:latin typeface="Arial"/>
                <a:cs typeface="Arial"/>
                <a:hlinkClick r:id="rId7" action="ppaction://hlinksldjump"/>
              </a:rPr>
              <a:t> </a:t>
            </a:r>
            <a:r>
              <a:rPr dirty="0" sz="500">
                <a:solidFill>
                  <a:srgbClr val="585B66"/>
                </a:solidFill>
                <a:latin typeface="Arial"/>
                <a:cs typeface="Arial"/>
                <a:hlinkClick r:id="rId7" action="ppaction://hlinksldjump"/>
              </a:rPr>
              <a:t>Case</a:t>
            </a:r>
            <a:r>
              <a:rPr dirty="0" sz="500" spc="65">
                <a:solidFill>
                  <a:srgbClr val="585B66"/>
                </a:solidFill>
                <a:latin typeface="Arial"/>
                <a:cs typeface="Arial"/>
                <a:hlinkClick r:id="rId7" action="ppaction://hlinksldjump"/>
              </a:rPr>
              <a:t> </a:t>
            </a:r>
            <a:r>
              <a:rPr dirty="0" sz="500" spc="-10">
                <a:solidFill>
                  <a:srgbClr val="585B66"/>
                </a:solidFill>
                <a:latin typeface="Arial"/>
                <a:cs typeface="Arial"/>
                <a:hlinkClick r:id="rId7" action="ppaction://hlinksldjump"/>
              </a:rPr>
              <a:t>Diagram</a:t>
            </a:r>
            <a:endParaRPr sz="500">
              <a:latin typeface="Arial"/>
              <a:cs typeface="Arial"/>
            </a:endParaRPr>
          </a:p>
          <a:p>
            <a:pPr marL="141605" marR="128905">
              <a:lnSpc>
                <a:spcPct val="134500"/>
              </a:lnSpc>
            </a:pPr>
            <a:r>
              <a:rPr dirty="0" sz="500">
                <a:solidFill>
                  <a:srgbClr val="585B66"/>
                </a:solidFill>
                <a:latin typeface="Arial"/>
                <a:cs typeface="Arial"/>
                <a:hlinkClick r:id="rId8" action="ppaction://hlinksldjump"/>
              </a:rPr>
              <a:t>Data</a:t>
            </a:r>
            <a:r>
              <a:rPr dirty="0" sz="500" spc="60">
                <a:solidFill>
                  <a:srgbClr val="585B66"/>
                </a:solidFill>
                <a:latin typeface="Arial"/>
                <a:cs typeface="Arial"/>
                <a:hlinkClick r:id="rId8" action="ppaction://hlinksldjump"/>
              </a:rPr>
              <a:t> </a:t>
            </a:r>
            <a:r>
              <a:rPr dirty="0" sz="500">
                <a:solidFill>
                  <a:srgbClr val="585B66"/>
                </a:solidFill>
                <a:latin typeface="Arial"/>
                <a:cs typeface="Arial"/>
                <a:hlinkClick r:id="rId8" action="ppaction://hlinksldjump"/>
              </a:rPr>
              <a:t>Flow</a:t>
            </a:r>
            <a:r>
              <a:rPr dirty="0" sz="500" spc="60">
                <a:solidFill>
                  <a:srgbClr val="585B66"/>
                </a:solidFill>
                <a:latin typeface="Arial"/>
                <a:cs typeface="Arial"/>
                <a:hlinkClick r:id="rId8" action="ppaction://hlinksldjump"/>
              </a:rPr>
              <a:t> </a:t>
            </a:r>
            <a:r>
              <a:rPr dirty="0" sz="500">
                <a:solidFill>
                  <a:srgbClr val="585B66"/>
                </a:solidFill>
                <a:latin typeface="Arial"/>
                <a:cs typeface="Arial"/>
                <a:hlinkClick r:id="rId8" action="ppaction://hlinksldjump"/>
              </a:rPr>
              <a:t>Diagram</a:t>
            </a:r>
            <a:r>
              <a:rPr dirty="0" sz="500" spc="60">
                <a:solidFill>
                  <a:srgbClr val="585B66"/>
                </a:solidFill>
                <a:latin typeface="Arial"/>
                <a:cs typeface="Arial"/>
                <a:hlinkClick r:id="rId8" action="ppaction://hlinksldjump"/>
              </a:rPr>
              <a:t> </a:t>
            </a:r>
            <a:r>
              <a:rPr dirty="0" sz="500">
                <a:solidFill>
                  <a:srgbClr val="585B66"/>
                </a:solidFill>
                <a:latin typeface="Arial"/>
                <a:cs typeface="Arial"/>
                <a:hlinkClick r:id="rId8" action="ppaction://hlinksldjump"/>
              </a:rPr>
              <a:t>-</a:t>
            </a:r>
            <a:r>
              <a:rPr dirty="0" sz="500" spc="60">
                <a:solidFill>
                  <a:srgbClr val="585B66"/>
                </a:solidFill>
                <a:latin typeface="Arial"/>
                <a:cs typeface="Arial"/>
                <a:hlinkClick r:id="rId8" action="ppaction://hlinksldjump"/>
              </a:rPr>
              <a:t> </a:t>
            </a:r>
            <a:r>
              <a:rPr dirty="0" sz="500">
                <a:solidFill>
                  <a:srgbClr val="585B66"/>
                </a:solidFill>
                <a:latin typeface="Arial"/>
                <a:cs typeface="Arial"/>
                <a:hlinkClick r:id="rId8" action="ppaction://hlinksldjump"/>
              </a:rPr>
              <a:t>Level</a:t>
            </a:r>
            <a:r>
              <a:rPr dirty="0" sz="500" spc="60">
                <a:solidFill>
                  <a:srgbClr val="585B66"/>
                </a:solidFill>
                <a:latin typeface="Arial"/>
                <a:cs typeface="Arial"/>
                <a:hlinkClick r:id="rId8" action="ppaction://hlinksldjump"/>
              </a:rPr>
              <a:t> </a:t>
            </a:r>
            <a:r>
              <a:rPr dirty="0" sz="500" spc="-50">
                <a:solidFill>
                  <a:srgbClr val="585B66"/>
                </a:solidFill>
                <a:latin typeface="Arial"/>
                <a:cs typeface="Arial"/>
                <a:hlinkClick r:id="rId8" action="ppaction://hlinksldjump"/>
              </a:rPr>
              <a:t>0</a:t>
            </a:r>
            <a:r>
              <a:rPr dirty="0" sz="500" spc="500">
                <a:solidFill>
                  <a:srgbClr val="585B66"/>
                </a:solidFill>
                <a:latin typeface="Arial"/>
                <a:cs typeface="Arial"/>
              </a:rPr>
              <a:t> </a:t>
            </a:r>
            <a:r>
              <a:rPr dirty="0" sz="500">
                <a:solidFill>
                  <a:srgbClr val="585B66"/>
                </a:solidFill>
                <a:latin typeface="Arial"/>
                <a:cs typeface="Arial"/>
                <a:hlinkClick r:id="rId9" action="ppaction://hlinksldjump"/>
              </a:rPr>
              <a:t>Data</a:t>
            </a:r>
            <a:r>
              <a:rPr dirty="0" sz="500" spc="60">
                <a:solidFill>
                  <a:srgbClr val="585B66"/>
                </a:solidFill>
                <a:latin typeface="Arial"/>
                <a:cs typeface="Arial"/>
                <a:hlinkClick r:id="rId9" action="ppaction://hlinksldjump"/>
              </a:rPr>
              <a:t> </a:t>
            </a:r>
            <a:r>
              <a:rPr dirty="0" sz="500">
                <a:solidFill>
                  <a:srgbClr val="585B66"/>
                </a:solidFill>
                <a:latin typeface="Arial"/>
                <a:cs typeface="Arial"/>
                <a:hlinkClick r:id="rId9" action="ppaction://hlinksldjump"/>
              </a:rPr>
              <a:t>Flow</a:t>
            </a:r>
            <a:r>
              <a:rPr dirty="0" sz="500" spc="60">
                <a:solidFill>
                  <a:srgbClr val="585B66"/>
                </a:solidFill>
                <a:latin typeface="Arial"/>
                <a:cs typeface="Arial"/>
                <a:hlinkClick r:id="rId9" action="ppaction://hlinksldjump"/>
              </a:rPr>
              <a:t> </a:t>
            </a:r>
            <a:r>
              <a:rPr dirty="0" sz="500">
                <a:solidFill>
                  <a:srgbClr val="585B66"/>
                </a:solidFill>
                <a:latin typeface="Arial"/>
                <a:cs typeface="Arial"/>
                <a:hlinkClick r:id="rId9" action="ppaction://hlinksldjump"/>
              </a:rPr>
              <a:t>Diagram</a:t>
            </a:r>
            <a:r>
              <a:rPr dirty="0" sz="500" spc="60">
                <a:solidFill>
                  <a:srgbClr val="585B66"/>
                </a:solidFill>
                <a:latin typeface="Arial"/>
                <a:cs typeface="Arial"/>
                <a:hlinkClick r:id="rId9" action="ppaction://hlinksldjump"/>
              </a:rPr>
              <a:t> </a:t>
            </a:r>
            <a:r>
              <a:rPr dirty="0" sz="500">
                <a:solidFill>
                  <a:srgbClr val="585B66"/>
                </a:solidFill>
                <a:latin typeface="Arial"/>
                <a:cs typeface="Arial"/>
                <a:hlinkClick r:id="rId9" action="ppaction://hlinksldjump"/>
              </a:rPr>
              <a:t>-</a:t>
            </a:r>
            <a:r>
              <a:rPr dirty="0" sz="500" spc="60">
                <a:solidFill>
                  <a:srgbClr val="585B66"/>
                </a:solidFill>
                <a:latin typeface="Arial"/>
                <a:cs typeface="Arial"/>
                <a:hlinkClick r:id="rId9" action="ppaction://hlinksldjump"/>
              </a:rPr>
              <a:t> </a:t>
            </a:r>
            <a:r>
              <a:rPr dirty="0" sz="500">
                <a:solidFill>
                  <a:srgbClr val="585B66"/>
                </a:solidFill>
                <a:latin typeface="Arial"/>
                <a:cs typeface="Arial"/>
                <a:hlinkClick r:id="rId9" action="ppaction://hlinksldjump"/>
              </a:rPr>
              <a:t>Level</a:t>
            </a:r>
            <a:r>
              <a:rPr dirty="0" sz="500" spc="60">
                <a:solidFill>
                  <a:srgbClr val="585B66"/>
                </a:solidFill>
                <a:latin typeface="Arial"/>
                <a:cs typeface="Arial"/>
                <a:hlinkClick r:id="rId9" action="ppaction://hlinksldjump"/>
              </a:rPr>
              <a:t> </a:t>
            </a:r>
            <a:r>
              <a:rPr dirty="0" sz="500" spc="-50">
                <a:solidFill>
                  <a:srgbClr val="585B66"/>
                </a:solidFill>
                <a:latin typeface="Arial"/>
                <a:cs typeface="Arial"/>
                <a:hlinkClick r:id="rId9" action="ppaction://hlinksldjump"/>
              </a:rPr>
              <a:t>1</a:t>
            </a:r>
            <a:endParaRPr sz="500">
              <a:latin typeface="Arial"/>
              <a:cs typeface="Arial"/>
            </a:endParaRPr>
          </a:p>
          <a:p>
            <a:pPr marL="28575">
              <a:lnSpc>
                <a:spcPct val="100000"/>
              </a:lnSpc>
              <a:spcBef>
                <a:spcPts val="325"/>
              </a:spcBef>
            </a:pPr>
            <a:r>
              <a:rPr dirty="0" sz="550" spc="-10">
                <a:solidFill>
                  <a:srgbClr val="585B66"/>
                </a:solidFill>
                <a:latin typeface="Arial"/>
                <a:cs typeface="Arial"/>
                <a:hlinkClick r:id="rId10" action="ppaction://hlinksldjump"/>
              </a:rPr>
              <a:t>Methodology</a:t>
            </a:r>
            <a:endParaRPr sz="550">
              <a:latin typeface="Arial"/>
              <a:cs typeface="Arial"/>
            </a:endParaRPr>
          </a:p>
          <a:p>
            <a:pPr marL="28575">
              <a:lnSpc>
                <a:spcPct val="100000"/>
              </a:lnSpc>
              <a:spcBef>
                <a:spcPts val="445"/>
              </a:spcBef>
            </a:pPr>
            <a:r>
              <a:rPr dirty="0" sz="550" spc="10">
                <a:solidFill>
                  <a:srgbClr val="585B66"/>
                </a:solidFill>
                <a:latin typeface="Arial"/>
                <a:cs typeface="Arial"/>
                <a:hlinkClick r:id="rId11" action="ppaction://hlinksldjump"/>
              </a:rPr>
              <a:t>Functional</a:t>
            </a:r>
            <a:r>
              <a:rPr dirty="0" sz="550" spc="85">
                <a:solidFill>
                  <a:srgbClr val="585B66"/>
                </a:solidFill>
                <a:latin typeface="Arial"/>
                <a:cs typeface="Arial"/>
                <a:hlinkClick r:id="rId11" action="ppaction://hlinksldjump"/>
              </a:rPr>
              <a:t> </a:t>
            </a:r>
            <a:r>
              <a:rPr dirty="0" sz="550" spc="-10">
                <a:solidFill>
                  <a:srgbClr val="585B66"/>
                </a:solidFill>
                <a:latin typeface="Arial"/>
                <a:cs typeface="Arial"/>
                <a:hlinkClick r:id="rId11" action="ppaction://hlinksldjump"/>
              </a:rPr>
              <a:t>Requirements</a:t>
            </a:r>
            <a:endParaRPr sz="550">
              <a:latin typeface="Arial"/>
              <a:cs typeface="Arial"/>
            </a:endParaRPr>
          </a:p>
          <a:p>
            <a:pPr marL="28575" marR="98425">
              <a:lnSpc>
                <a:spcPct val="166600"/>
              </a:lnSpc>
            </a:pPr>
            <a:r>
              <a:rPr dirty="0" sz="550" spc="10">
                <a:solidFill>
                  <a:srgbClr val="585B66"/>
                </a:solidFill>
                <a:latin typeface="Arial"/>
                <a:cs typeface="Arial"/>
                <a:hlinkClick r:id="rId12" action="ppaction://hlinksldjump"/>
              </a:rPr>
              <a:t>Non-Functional</a:t>
            </a:r>
            <a:r>
              <a:rPr dirty="0" sz="550" spc="125">
                <a:solidFill>
                  <a:srgbClr val="585B66"/>
                </a:solidFill>
                <a:latin typeface="Arial"/>
                <a:cs typeface="Arial"/>
                <a:hlinkClick r:id="rId12" action="ppaction://hlinksldjump"/>
              </a:rPr>
              <a:t> </a:t>
            </a:r>
            <a:r>
              <a:rPr dirty="0" sz="550" spc="-10">
                <a:solidFill>
                  <a:srgbClr val="585B66"/>
                </a:solidFill>
                <a:latin typeface="Arial"/>
                <a:cs typeface="Arial"/>
                <a:hlinkClick r:id="rId12" action="ppaction://hlinksldjump"/>
              </a:rPr>
              <a:t>Requirements</a:t>
            </a:r>
            <a:r>
              <a:rPr dirty="0" sz="550" spc="500">
                <a:solidFill>
                  <a:srgbClr val="585B66"/>
                </a:solidFill>
                <a:latin typeface="Arial"/>
                <a:cs typeface="Arial"/>
              </a:rPr>
              <a:t> </a:t>
            </a:r>
            <a:r>
              <a:rPr dirty="0" sz="550">
                <a:solidFill>
                  <a:srgbClr val="585B66"/>
                </a:solidFill>
                <a:latin typeface="Arial"/>
                <a:cs typeface="Arial"/>
                <a:hlinkClick r:id="rId13" action="ppaction://hlinksldjump"/>
              </a:rPr>
              <a:t>Hardware</a:t>
            </a:r>
            <a:r>
              <a:rPr dirty="0" sz="550" spc="150">
                <a:solidFill>
                  <a:srgbClr val="585B66"/>
                </a:solidFill>
                <a:latin typeface="Arial"/>
                <a:cs typeface="Arial"/>
                <a:hlinkClick r:id="rId13" action="ppaction://hlinksldjump"/>
              </a:rPr>
              <a:t> </a:t>
            </a:r>
            <a:r>
              <a:rPr dirty="0" sz="550" spc="-10">
                <a:solidFill>
                  <a:srgbClr val="585B66"/>
                </a:solidFill>
                <a:latin typeface="Arial"/>
                <a:cs typeface="Arial"/>
                <a:hlinkClick r:id="rId13" action="ppaction://hlinksldjump"/>
              </a:rPr>
              <a:t>Requirements</a:t>
            </a:r>
            <a:endParaRPr sz="550">
              <a:latin typeface="Arial"/>
              <a:cs typeface="Arial"/>
            </a:endParaRPr>
          </a:p>
          <a:p>
            <a:pPr marL="28575" marR="311150">
              <a:lnSpc>
                <a:spcPct val="166600"/>
              </a:lnSpc>
              <a:spcBef>
                <a:spcPts val="15"/>
              </a:spcBef>
            </a:pPr>
            <a:r>
              <a:rPr dirty="0" sz="550">
                <a:solidFill>
                  <a:srgbClr val="585B66"/>
                </a:solidFill>
                <a:latin typeface="Arial"/>
                <a:cs typeface="Arial"/>
                <a:hlinkClick r:id="rId14" action="ppaction://hlinksldjump"/>
              </a:rPr>
              <a:t>Software</a:t>
            </a:r>
            <a:r>
              <a:rPr dirty="0" sz="550" spc="150">
                <a:solidFill>
                  <a:srgbClr val="585B66"/>
                </a:solidFill>
                <a:latin typeface="Arial"/>
                <a:cs typeface="Arial"/>
                <a:hlinkClick r:id="rId14" action="ppaction://hlinksldjump"/>
              </a:rPr>
              <a:t> </a:t>
            </a:r>
            <a:r>
              <a:rPr dirty="0" sz="550" spc="-10">
                <a:solidFill>
                  <a:srgbClr val="585B66"/>
                </a:solidFill>
                <a:latin typeface="Arial"/>
                <a:cs typeface="Arial"/>
                <a:hlinkClick r:id="rId14" action="ppaction://hlinksldjump"/>
              </a:rPr>
              <a:t>Requirements</a:t>
            </a:r>
            <a:r>
              <a:rPr dirty="0" sz="550" spc="500">
                <a:solidFill>
                  <a:srgbClr val="585B66"/>
                </a:solidFill>
                <a:latin typeface="Arial"/>
                <a:cs typeface="Arial"/>
              </a:rPr>
              <a:t> </a:t>
            </a:r>
            <a:r>
              <a:rPr dirty="0" sz="550" spc="-10">
                <a:solidFill>
                  <a:srgbClr val="585B66"/>
                </a:solidFill>
                <a:latin typeface="Arial"/>
                <a:cs typeface="Arial"/>
                <a:hlinkClick r:id="rId15" action="ppaction://hlinksldjump"/>
              </a:rPr>
              <a:t>Result</a:t>
            </a:r>
            <a:endParaRPr sz="550">
              <a:latin typeface="Arial"/>
              <a:cs typeface="Arial"/>
            </a:endParaRPr>
          </a:p>
          <a:p>
            <a:pPr marL="28575" marR="640715">
              <a:lnSpc>
                <a:spcPts val="1000"/>
              </a:lnSpc>
              <a:spcBef>
                <a:spcPts val="85"/>
              </a:spcBef>
            </a:pPr>
            <a:r>
              <a:rPr dirty="0" sz="550" spc="-10">
                <a:solidFill>
                  <a:srgbClr val="585B66"/>
                </a:solidFill>
                <a:latin typeface="Arial"/>
                <a:cs typeface="Arial"/>
                <a:hlinkClick r:id="rId16" action="ppaction://hlinksldjump"/>
              </a:rPr>
              <a:t>Conclusion</a:t>
            </a:r>
            <a:r>
              <a:rPr dirty="0" sz="550" spc="500">
                <a:solidFill>
                  <a:srgbClr val="585B66"/>
                </a:solidFill>
                <a:latin typeface="Arial"/>
                <a:cs typeface="Arial"/>
              </a:rPr>
              <a:t> </a:t>
            </a:r>
            <a:r>
              <a:rPr dirty="0" sz="550">
                <a:solidFill>
                  <a:srgbClr val="585B66"/>
                </a:solidFill>
                <a:latin typeface="Arial"/>
                <a:cs typeface="Arial"/>
                <a:hlinkClick r:id="rId17" action="ppaction://hlinksldjump"/>
              </a:rPr>
              <a:t>Future</a:t>
            </a:r>
            <a:r>
              <a:rPr dirty="0" sz="550" spc="120">
                <a:solidFill>
                  <a:srgbClr val="585B66"/>
                </a:solidFill>
                <a:latin typeface="Arial"/>
                <a:cs typeface="Arial"/>
                <a:hlinkClick r:id="rId17" action="ppaction://hlinksldjump"/>
              </a:rPr>
              <a:t> </a:t>
            </a:r>
            <a:r>
              <a:rPr dirty="0" sz="550" spc="-10">
                <a:solidFill>
                  <a:srgbClr val="585B66"/>
                </a:solidFill>
                <a:latin typeface="Arial"/>
                <a:cs typeface="Arial"/>
                <a:hlinkClick r:id="rId17" action="ppaction://hlinksldjump"/>
              </a:rPr>
              <a:t>Scope</a:t>
            </a:r>
            <a:endParaRPr sz="550">
              <a:latin typeface="Arial"/>
              <a:cs typeface="Arial"/>
            </a:endParaRPr>
          </a:p>
          <a:p>
            <a:pPr marL="28575">
              <a:lnSpc>
                <a:spcPct val="100000"/>
              </a:lnSpc>
              <a:spcBef>
                <a:spcPts val="365"/>
              </a:spcBef>
            </a:pPr>
            <a:r>
              <a:rPr dirty="0" sz="550" spc="-10">
                <a:solidFill>
                  <a:srgbClr val="585B66"/>
                </a:solidFill>
                <a:latin typeface="Arial"/>
                <a:cs typeface="Arial"/>
                <a:hlinkClick r:id="rId18" action="ppaction://hlinksldjump"/>
              </a:rPr>
              <a:t>References</a:t>
            </a:r>
            <a:endParaRPr sz="550">
              <a:latin typeface="Arial"/>
              <a:cs typeface="Arial"/>
            </a:endParaRPr>
          </a:p>
        </p:txBody>
      </p:sp>
      <p:pic>
        <p:nvPicPr>
          <p:cNvPr id="8" name="object 8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1671027" y="672689"/>
            <a:ext cx="3587959" cy="2391972"/>
          </a:xfrm>
          <a:prstGeom prst="rect">
            <a:avLst/>
          </a:prstGeom>
        </p:spPr>
      </p:pic>
    </p:spTree>
  </p:cSld>
  <p:clrMapOvr>
    <a:masterClrMapping/>
  </p:clrMapOvr>
  <p:transition spd="fast">
    <p:cut thruBlk="0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Use</a:t>
            </a:r>
            <a:r>
              <a:rPr dirty="0" spc="75"/>
              <a:t> </a:t>
            </a:r>
            <a:r>
              <a:rPr dirty="0"/>
              <a:t>Case</a:t>
            </a:r>
            <a:r>
              <a:rPr dirty="0" spc="75"/>
              <a:t> </a:t>
            </a:r>
            <a:r>
              <a:rPr dirty="0" spc="-10"/>
              <a:t>Diagram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5303520" y="217041"/>
            <a:ext cx="217170" cy="126364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650">
                <a:solidFill>
                  <a:srgbClr val="787D86"/>
                </a:solidFill>
                <a:latin typeface="Arial"/>
                <a:cs typeface="Arial"/>
              </a:rPr>
              <a:t>8</a:t>
            </a:r>
            <a:r>
              <a:rPr dirty="0" sz="650" spc="-65">
                <a:solidFill>
                  <a:srgbClr val="787D86"/>
                </a:solidFill>
                <a:latin typeface="Arial"/>
                <a:cs typeface="Arial"/>
              </a:rPr>
              <a:t> </a:t>
            </a:r>
            <a:r>
              <a:rPr dirty="0" sz="650">
                <a:solidFill>
                  <a:srgbClr val="787D86"/>
                </a:solidFill>
                <a:latin typeface="Arial"/>
                <a:cs typeface="Arial"/>
              </a:rPr>
              <a:t>/</a:t>
            </a:r>
            <a:r>
              <a:rPr dirty="0" sz="650" spc="-70">
                <a:solidFill>
                  <a:srgbClr val="787D86"/>
                </a:solidFill>
                <a:latin typeface="Arial"/>
                <a:cs typeface="Arial"/>
              </a:rPr>
              <a:t> </a:t>
            </a:r>
            <a:r>
              <a:rPr dirty="0" sz="650" spc="-25">
                <a:solidFill>
                  <a:srgbClr val="787D86"/>
                </a:solidFill>
                <a:latin typeface="Arial"/>
                <a:cs typeface="Arial"/>
              </a:rPr>
              <a:t>24</a:t>
            </a:r>
            <a:endParaRPr sz="650">
              <a:latin typeface="Arial"/>
              <a:cs typeface="Arial"/>
            </a:endParaRPr>
          </a:p>
        </p:txBody>
      </p:sp>
      <p:grpSp>
        <p:nvGrpSpPr>
          <p:cNvPr id="2" name="object 2"/>
          <p:cNvGrpSpPr/>
          <p:nvPr/>
        </p:nvGrpSpPr>
        <p:grpSpPr>
          <a:xfrm>
            <a:off x="0" y="1467129"/>
            <a:ext cx="1146175" cy="128905"/>
            <a:chOff x="0" y="1467129"/>
            <a:chExt cx="1146175" cy="128905"/>
          </a:xfrm>
        </p:grpSpPr>
        <p:sp>
          <p:nvSpPr>
            <p:cNvPr id="3" name="object 3"/>
            <p:cNvSpPr/>
            <p:nvPr/>
          </p:nvSpPr>
          <p:spPr>
            <a:xfrm>
              <a:off x="0" y="1467129"/>
              <a:ext cx="20320" cy="128905"/>
            </a:xfrm>
            <a:custGeom>
              <a:avLst/>
              <a:gdLst/>
              <a:ahLst/>
              <a:cxnLst/>
              <a:rect l="l" t="t" r="r" b="b"/>
              <a:pathLst>
                <a:path w="20320" h="128905">
                  <a:moveTo>
                    <a:pt x="20243" y="0"/>
                  </a:moveTo>
                  <a:lnTo>
                    <a:pt x="0" y="0"/>
                  </a:lnTo>
                  <a:lnTo>
                    <a:pt x="0" y="128701"/>
                  </a:lnTo>
                  <a:lnTo>
                    <a:pt x="20243" y="128701"/>
                  </a:lnTo>
                  <a:lnTo>
                    <a:pt x="20243" y="0"/>
                  </a:lnTo>
                  <a:close/>
                </a:path>
              </a:pathLst>
            </a:custGeom>
            <a:solidFill>
              <a:srgbClr val="0B4CB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20243" y="1467129"/>
              <a:ext cx="1125855" cy="128905"/>
            </a:xfrm>
            <a:custGeom>
              <a:avLst/>
              <a:gdLst/>
              <a:ahLst/>
              <a:cxnLst/>
              <a:rect l="l" t="t" r="r" b="b"/>
              <a:pathLst>
                <a:path w="1125855" h="128905">
                  <a:moveTo>
                    <a:pt x="1125423" y="0"/>
                  </a:moveTo>
                  <a:lnTo>
                    <a:pt x="0" y="0"/>
                  </a:lnTo>
                  <a:lnTo>
                    <a:pt x="0" y="128701"/>
                  </a:lnTo>
                  <a:lnTo>
                    <a:pt x="1125423" y="128701"/>
                  </a:lnTo>
                  <a:lnTo>
                    <a:pt x="1125423" y="0"/>
                  </a:lnTo>
                  <a:close/>
                </a:path>
              </a:pathLst>
            </a:custGeom>
            <a:solidFill>
              <a:srgbClr val="DCE5F7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/>
          <p:cNvSpPr txBox="1"/>
          <p:nvPr/>
        </p:nvSpPr>
        <p:spPr>
          <a:xfrm>
            <a:off x="20243" y="906851"/>
            <a:ext cx="1125855" cy="231775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8575" marR="452120">
              <a:lnSpc>
                <a:spcPct val="150500"/>
              </a:lnSpc>
              <a:spcBef>
                <a:spcPts val="95"/>
              </a:spcBef>
            </a:pPr>
            <a:r>
              <a:rPr dirty="0" sz="550" spc="-10">
                <a:solidFill>
                  <a:srgbClr val="585B66"/>
                </a:solidFill>
                <a:latin typeface="Arial"/>
                <a:cs typeface="Arial"/>
                <a:hlinkClick r:id="rId2" action="ppaction://hlinksldjump"/>
              </a:rPr>
              <a:t>Introduction</a:t>
            </a:r>
            <a:r>
              <a:rPr dirty="0" sz="550" spc="500">
                <a:solidFill>
                  <a:srgbClr val="585B66"/>
                </a:solidFill>
                <a:latin typeface="Arial"/>
                <a:cs typeface="Arial"/>
              </a:rPr>
              <a:t> </a:t>
            </a:r>
            <a:r>
              <a:rPr dirty="0" sz="550">
                <a:solidFill>
                  <a:srgbClr val="585B66"/>
                </a:solidFill>
                <a:latin typeface="Arial"/>
                <a:cs typeface="Arial"/>
                <a:hlinkClick r:id="rId3" action="ppaction://hlinksldjump"/>
              </a:rPr>
              <a:t>Problem</a:t>
            </a:r>
            <a:r>
              <a:rPr dirty="0" sz="550" spc="125">
                <a:solidFill>
                  <a:srgbClr val="585B66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dirty="0" sz="550" spc="-10">
                <a:solidFill>
                  <a:srgbClr val="585B66"/>
                </a:solidFill>
                <a:latin typeface="Arial"/>
                <a:cs typeface="Arial"/>
                <a:hlinkClick r:id="rId3" action="ppaction://hlinksldjump"/>
              </a:rPr>
              <a:t>Statement</a:t>
            </a:r>
            <a:r>
              <a:rPr dirty="0" sz="550" spc="500">
                <a:solidFill>
                  <a:srgbClr val="585B66"/>
                </a:solidFill>
                <a:latin typeface="Arial"/>
                <a:cs typeface="Arial"/>
              </a:rPr>
              <a:t> </a:t>
            </a:r>
            <a:r>
              <a:rPr dirty="0" sz="550" spc="10">
                <a:solidFill>
                  <a:srgbClr val="585B66"/>
                </a:solidFill>
                <a:latin typeface="Arial"/>
                <a:cs typeface="Arial"/>
                <a:hlinkClick r:id="rId4" action="ppaction://hlinksldjump"/>
              </a:rPr>
              <a:t>Literature</a:t>
            </a:r>
            <a:r>
              <a:rPr dirty="0" sz="550" spc="70">
                <a:solidFill>
                  <a:srgbClr val="585B66"/>
                </a:solidFill>
                <a:latin typeface="Arial"/>
                <a:cs typeface="Arial"/>
                <a:hlinkClick r:id="rId4" action="ppaction://hlinksldjump"/>
              </a:rPr>
              <a:t> </a:t>
            </a:r>
            <a:r>
              <a:rPr dirty="0" sz="550" spc="-10">
                <a:solidFill>
                  <a:srgbClr val="585B66"/>
                </a:solidFill>
                <a:latin typeface="Arial"/>
                <a:cs typeface="Arial"/>
                <a:hlinkClick r:id="rId4" action="ppaction://hlinksldjump"/>
              </a:rPr>
              <a:t>Review</a:t>
            </a:r>
            <a:r>
              <a:rPr dirty="0" sz="550" spc="500">
                <a:solidFill>
                  <a:srgbClr val="585B66"/>
                </a:solidFill>
                <a:latin typeface="Arial"/>
                <a:cs typeface="Arial"/>
              </a:rPr>
              <a:t> </a:t>
            </a:r>
            <a:r>
              <a:rPr dirty="0" sz="550" spc="10">
                <a:solidFill>
                  <a:srgbClr val="585B66"/>
                </a:solidFill>
                <a:latin typeface="Arial"/>
                <a:cs typeface="Arial"/>
                <a:hlinkClick r:id="rId5" action="ppaction://hlinksldjump"/>
              </a:rPr>
              <a:t>Proposed</a:t>
            </a:r>
            <a:r>
              <a:rPr dirty="0" sz="550" spc="114">
                <a:solidFill>
                  <a:srgbClr val="585B66"/>
                </a:solidFill>
                <a:latin typeface="Arial"/>
                <a:cs typeface="Arial"/>
                <a:hlinkClick r:id="rId5" action="ppaction://hlinksldjump"/>
              </a:rPr>
              <a:t> </a:t>
            </a:r>
            <a:r>
              <a:rPr dirty="0" sz="550" spc="-10">
                <a:solidFill>
                  <a:srgbClr val="585B66"/>
                </a:solidFill>
                <a:latin typeface="Arial"/>
                <a:cs typeface="Arial"/>
                <a:hlinkClick r:id="rId5" action="ppaction://hlinksldjump"/>
              </a:rPr>
              <a:t>Solution</a:t>
            </a:r>
            <a:endParaRPr sz="550">
              <a:latin typeface="Arial"/>
              <a:cs typeface="Arial"/>
            </a:endParaRPr>
          </a:p>
          <a:p>
            <a:pPr marL="28575">
              <a:lnSpc>
                <a:spcPct val="100000"/>
              </a:lnSpc>
              <a:spcBef>
                <a:spcPts val="450"/>
              </a:spcBef>
            </a:pPr>
            <a:r>
              <a:rPr dirty="0" sz="550">
                <a:solidFill>
                  <a:srgbClr val="0B4CB2"/>
                </a:solidFill>
                <a:latin typeface="Arial"/>
                <a:cs typeface="Arial"/>
                <a:hlinkClick r:id="rId6" action="ppaction://hlinksldjump"/>
              </a:rPr>
              <a:t>System</a:t>
            </a:r>
            <a:r>
              <a:rPr dirty="0" sz="550" spc="135">
                <a:solidFill>
                  <a:srgbClr val="0B4CB2"/>
                </a:solidFill>
                <a:latin typeface="Arial"/>
                <a:cs typeface="Arial"/>
                <a:hlinkClick r:id="rId6" action="ppaction://hlinksldjump"/>
              </a:rPr>
              <a:t> </a:t>
            </a:r>
            <a:r>
              <a:rPr dirty="0" sz="550" spc="-10">
                <a:solidFill>
                  <a:srgbClr val="0B4CB2"/>
                </a:solidFill>
                <a:latin typeface="Arial"/>
                <a:cs typeface="Arial"/>
                <a:hlinkClick r:id="rId6" action="ppaction://hlinksldjump"/>
              </a:rPr>
              <a:t>Architecture</a:t>
            </a:r>
            <a:endParaRPr sz="550">
              <a:latin typeface="Arial"/>
              <a:cs typeface="Arial"/>
            </a:endParaRPr>
          </a:p>
          <a:p>
            <a:pPr marL="141605">
              <a:lnSpc>
                <a:spcPct val="100000"/>
              </a:lnSpc>
              <a:spcBef>
                <a:spcPts val="325"/>
              </a:spcBef>
            </a:pPr>
            <a:r>
              <a:rPr dirty="0" sz="500" spc="-10">
                <a:solidFill>
                  <a:srgbClr val="585B66"/>
                </a:solidFill>
                <a:latin typeface="Arial"/>
                <a:cs typeface="Arial"/>
                <a:hlinkClick r:id="rId6" action="ppaction://hlinksldjump"/>
              </a:rPr>
              <a:t>Architecture</a:t>
            </a:r>
            <a:endParaRPr sz="500">
              <a:latin typeface="Arial"/>
              <a:cs typeface="Arial"/>
            </a:endParaRPr>
          </a:p>
          <a:p>
            <a:pPr marL="141605">
              <a:lnSpc>
                <a:spcPct val="100000"/>
              </a:lnSpc>
              <a:spcBef>
                <a:spcPts val="204"/>
              </a:spcBef>
            </a:pPr>
            <a:r>
              <a:rPr dirty="0" sz="500" b="1">
                <a:solidFill>
                  <a:srgbClr val="0B4CB2"/>
                </a:solidFill>
                <a:latin typeface="Arial"/>
                <a:cs typeface="Arial"/>
                <a:hlinkClick r:id="rId7" action="ppaction://hlinksldjump"/>
              </a:rPr>
              <a:t>Use</a:t>
            </a:r>
            <a:r>
              <a:rPr dirty="0" sz="500" spc="65" b="1">
                <a:solidFill>
                  <a:srgbClr val="0B4CB2"/>
                </a:solidFill>
                <a:latin typeface="Arial"/>
                <a:cs typeface="Arial"/>
                <a:hlinkClick r:id="rId7" action="ppaction://hlinksldjump"/>
              </a:rPr>
              <a:t> </a:t>
            </a:r>
            <a:r>
              <a:rPr dirty="0" sz="500" b="1">
                <a:solidFill>
                  <a:srgbClr val="0B4CB2"/>
                </a:solidFill>
                <a:latin typeface="Arial"/>
                <a:cs typeface="Arial"/>
                <a:hlinkClick r:id="rId7" action="ppaction://hlinksldjump"/>
              </a:rPr>
              <a:t>Case</a:t>
            </a:r>
            <a:r>
              <a:rPr dirty="0" sz="500" spc="70" b="1">
                <a:solidFill>
                  <a:srgbClr val="0B4CB2"/>
                </a:solidFill>
                <a:latin typeface="Arial"/>
                <a:cs typeface="Arial"/>
                <a:hlinkClick r:id="rId7" action="ppaction://hlinksldjump"/>
              </a:rPr>
              <a:t> </a:t>
            </a:r>
            <a:r>
              <a:rPr dirty="0" sz="500" spc="-10" b="1">
                <a:solidFill>
                  <a:srgbClr val="0B4CB2"/>
                </a:solidFill>
                <a:latin typeface="Arial"/>
                <a:cs typeface="Arial"/>
                <a:hlinkClick r:id="rId7" action="ppaction://hlinksldjump"/>
              </a:rPr>
              <a:t>Diagram</a:t>
            </a:r>
            <a:endParaRPr sz="500">
              <a:latin typeface="Arial"/>
              <a:cs typeface="Arial"/>
            </a:endParaRPr>
          </a:p>
          <a:p>
            <a:pPr marL="141605" marR="128905">
              <a:lnSpc>
                <a:spcPct val="134500"/>
              </a:lnSpc>
            </a:pPr>
            <a:r>
              <a:rPr dirty="0" sz="500">
                <a:solidFill>
                  <a:srgbClr val="585B66"/>
                </a:solidFill>
                <a:latin typeface="Arial"/>
                <a:cs typeface="Arial"/>
                <a:hlinkClick r:id="rId8" action="ppaction://hlinksldjump"/>
              </a:rPr>
              <a:t>Data</a:t>
            </a:r>
            <a:r>
              <a:rPr dirty="0" sz="500" spc="60">
                <a:solidFill>
                  <a:srgbClr val="585B66"/>
                </a:solidFill>
                <a:latin typeface="Arial"/>
                <a:cs typeface="Arial"/>
                <a:hlinkClick r:id="rId8" action="ppaction://hlinksldjump"/>
              </a:rPr>
              <a:t> </a:t>
            </a:r>
            <a:r>
              <a:rPr dirty="0" sz="500">
                <a:solidFill>
                  <a:srgbClr val="585B66"/>
                </a:solidFill>
                <a:latin typeface="Arial"/>
                <a:cs typeface="Arial"/>
                <a:hlinkClick r:id="rId8" action="ppaction://hlinksldjump"/>
              </a:rPr>
              <a:t>Flow</a:t>
            </a:r>
            <a:r>
              <a:rPr dirty="0" sz="500" spc="60">
                <a:solidFill>
                  <a:srgbClr val="585B66"/>
                </a:solidFill>
                <a:latin typeface="Arial"/>
                <a:cs typeface="Arial"/>
                <a:hlinkClick r:id="rId8" action="ppaction://hlinksldjump"/>
              </a:rPr>
              <a:t> </a:t>
            </a:r>
            <a:r>
              <a:rPr dirty="0" sz="500">
                <a:solidFill>
                  <a:srgbClr val="585B66"/>
                </a:solidFill>
                <a:latin typeface="Arial"/>
                <a:cs typeface="Arial"/>
                <a:hlinkClick r:id="rId8" action="ppaction://hlinksldjump"/>
              </a:rPr>
              <a:t>Diagram</a:t>
            </a:r>
            <a:r>
              <a:rPr dirty="0" sz="500" spc="60">
                <a:solidFill>
                  <a:srgbClr val="585B66"/>
                </a:solidFill>
                <a:latin typeface="Arial"/>
                <a:cs typeface="Arial"/>
                <a:hlinkClick r:id="rId8" action="ppaction://hlinksldjump"/>
              </a:rPr>
              <a:t> </a:t>
            </a:r>
            <a:r>
              <a:rPr dirty="0" sz="500">
                <a:solidFill>
                  <a:srgbClr val="585B66"/>
                </a:solidFill>
                <a:latin typeface="Arial"/>
                <a:cs typeface="Arial"/>
                <a:hlinkClick r:id="rId8" action="ppaction://hlinksldjump"/>
              </a:rPr>
              <a:t>-</a:t>
            </a:r>
            <a:r>
              <a:rPr dirty="0" sz="500" spc="60">
                <a:solidFill>
                  <a:srgbClr val="585B66"/>
                </a:solidFill>
                <a:latin typeface="Arial"/>
                <a:cs typeface="Arial"/>
                <a:hlinkClick r:id="rId8" action="ppaction://hlinksldjump"/>
              </a:rPr>
              <a:t> </a:t>
            </a:r>
            <a:r>
              <a:rPr dirty="0" sz="500">
                <a:solidFill>
                  <a:srgbClr val="585B66"/>
                </a:solidFill>
                <a:latin typeface="Arial"/>
                <a:cs typeface="Arial"/>
                <a:hlinkClick r:id="rId8" action="ppaction://hlinksldjump"/>
              </a:rPr>
              <a:t>Level</a:t>
            </a:r>
            <a:r>
              <a:rPr dirty="0" sz="500" spc="60">
                <a:solidFill>
                  <a:srgbClr val="585B66"/>
                </a:solidFill>
                <a:latin typeface="Arial"/>
                <a:cs typeface="Arial"/>
                <a:hlinkClick r:id="rId8" action="ppaction://hlinksldjump"/>
              </a:rPr>
              <a:t> </a:t>
            </a:r>
            <a:r>
              <a:rPr dirty="0" sz="500" spc="-50">
                <a:solidFill>
                  <a:srgbClr val="585B66"/>
                </a:solidFill>
                <a:latin typeface="Arial"/>
                <a:cs typeface="Arial"/>
                <a:hlinkClick r:id="rId8" action="ppaction://hlinksldjump"/>
              </a:rPr>
              <a:t>0</a:t>
            </a:r>
            <a:r>
              <a:rPr dirty="0" sz="500" spc="500">
                <a:solidFill>
                  <a:srgbClr val="585B66"/>
                </a:solidFill>
                <a:latin typeface="Arial"/>
                <a:cs typeface="Arial"/>
              </a:rPr>
              <a:t> </a:t>
            </a:r>
            <a:r>
              <a:rPr dirty="0" sz="500">
                <a:solidFill>
                  <a:srgbClr val="585B66"/>
                </a:solidFill>
                <a:latin typeface="Arial"/>
                <a:cs typeface="Arial"/>
                <a:hlinkClick r:id="rId9" action="ppaction://hlinksldjump"/>
              </a:rPr>
              <a:t>Data</a:t>
            </a:r>
            <a:r>
              <a:rPr dirty="0" sz="500" spc="60">
                <a:solidFill>
                  <a:srgbClr val="585B66"/>
                </a:solidFill>
                <a:latin typeface="Arial"/>
                <a:cs typeface="Arial"/>
                <a:hlinkClick r:id="rId9" action="ppaction://hlinksldjump"/>
              </a:rPr>
              <a:t> </a:t>
            </a:r>
            <a:r>
              <a:rPr dirty="0" sz="500">
                <a:solidFill>
                  <a:srgbClr val="585B66"/>
                </a:solidFill>
                <a:latin typeface="Arial"/>
                <a:cs typeface="Arial"/>
                <a:hlinkClick r:id="rId9" action="ppaction://hlinksldjump"/>
              </a:rPr>
              <a:t>Flow</a:t>
            </a:r>
            <a:r>
              <a:rPr dirty="0" sz="500" spc="60">
                <a:solidFill>
                  <a:srgbClr val="585B66"/>
                </a:solidFill>
                <a:latin typeface="Arial"/>
                <a:cs typeface="Arial"/>
                <a:hlinkClick r:id="rId9" action="ppaction://hlinksldjump"/>
              </a:rPr>
              <a:t> </a:t>
            </a:r>
            <a:r>
              <a:rPr dirty="0" sz="500">
                <a:solidFill>
                  <a:srgbClr val="585B66"/>
                </a:solidFill>
                <a:latin typeface="Arial"/>
                <a:cs typeface="Arial"/>
                <a:hlinkClick r:id="rId9" action="ppaction://hlinksldjump"/>
              </a:rPr>
              <a:t>Diagram</a:t>
            </a:r>
            <a:r>
              <a:rPr dirty="0" sz="500" spc="60">
                <a:solidFill>
                  <a:srgbClr val="585B66"/>
                </a:solidFill>
                <a:latin typeface="Arial"/>
                <a:cs typeface="Arial"/>
                <a:hlinkClick r:id="rId9" action="ppaction://hlinksldjump"/>
              </a:rPr>
              <a:t> </a:t>
            </a:r>
            <a:r>
              <a:rPr dirty="0" sz="500">
                <a:solidFill>
                  <a:srgbClr val="585B66"/>
                </a:solidFill>
                <a:latin typeface="Arial"/>
                <a:cs typeface="Arial"/>
                <a:hlinkClick r:id="rId9" action="ppaction://hlinksldjump"/>
              </a:rPr>
              <a:t>-</a:t>
            </a:r>
            <a:r>
              <a:rPr dirty="0" sz="500" spc="60">
                <a:solidFill>
                  <a:srgbClr val="585B66"/>
                </a:solidFill>
                <a:latin typeface="Arial"/>
                <a:cs typeface="Arial"/>
                <a:hlinkClick r:id="rId9" action="ppaction://hlinksldjump"/>
              </a:rPr>
              <a:t> </a:t>
            </a:r>
            <a:r>
              <a:rPr dirty="0" sz="500">
                <a:solidFill>
                  <a:srgbClr val="585B66"/>
                </a:solidFill>
                <a:latin typeface="Arial"/>
                <a:cs typeface="Arial"/>
                <a:hlinkClick r:id="rId9" action="ppaction://hlinksldjump"/>
              </a:rPr>
              <a:t>Level</a:t>
            </a:r>
            <a:r>
              <a:rPr dirty="0" sz="500" spc="60">
                <a:solidFill>
                  <a:srgbClr val="585B66"/>
                </a:solidFill>
                <a:latin typeface="Arial"/>
                <a:cs typeface="Arial"/>
                <a:hlinkClick r:id="rId9" action="ppaction://hlinksldjump"/>
              </a:rPr>
              <a:t> </a:t>
            </a:r>
            <a:r>
              <a:rPr dirty="0" sz="500" spc="-50">
                <a:solidFill>
                  <a:srgbClr val="585B66"/>
                </a:solidFill>
                <a:latin typeface="Arial"/>
                <a:cs typeface="Arial"/>
                <a:hlinkClick r:id="rId9" action="ppaction://hlinksldjump"/>
              </a:rPr>
              <a:t>1</a:t>
            </a:r>
            <a:endParaRPr sz="500">
              <a:latin typeface="Arial"/>
              <a:cs typeface="Arial"/>
            </a:endParaRPr>
          </a:p>
          <a:p>
            <a:pPr marL="28575">
              <a:lnSpc>
                <a:spcPct val="100000"/>
              </a:lnSpc>
              <a:spcBef>
                <a:spcPts val="325"/>
              </a:spcBef>
            </a:pPr>
            <a:r>
              <a:rPr dirty="0" sz="550" spc="-10">
                <a:solidFill>
                  <a:srgbClr val="585B66"/>
                </a:solidFill>
                <a:latin typeface="Arial"/>
                <a:cs typeface="Arial"/>
                <a:hlinkClick r:id="rId10" action="ppaction://hlinksldjump"/>
              </a:rPr>
              <a:t>Methodology</a:t>
            </a:r>
            <a:endParaRPr sz="550">
              <a:latin typeface="Arial"/>
              <a:cs typeface="Arial"/>
            </a:endParaRPr>
          </a:p>
          <a:p>
            <a:pPr marL="28575">
              <a:lnSpc>
                <a:spcPct val="100000"/>
              </a:lnSpc>
              <a:spcBef>
                <a:spcPts val="445"/>
              </a:spcBef>
            </a:pPr>
            <a:r>
              <a:rPr dirty="0" sz="550" spc="10">
                <a:solidFill>
                  <a:srgbClr val="585B66"/>
                </a:solidFill>
                <a:latin typeface="Arial"/>
                <a:cs typeface="Arial"/>
                <a:hlinkClick r:id="rId11" action="ppaction://hlinksldjump"/>
              </a:rPr>
              <a:t>Functional</a:t>
            </a:r>
            <a:r>
              <a:rPr dirty="0" sz="550" spc="85">
                <a:solidFill>
                  <a:srgbClr val="585B66"/>
                </a:solidFill>
                <a:latin typeface="Arial"/>
                <a:cs typeface="Arial"/>
                <a:hlinkClick r:id="rId11" action="ppaction://hlinksldjump"/>
              </a:rPr>
              <a:t> </a:t>
            </a:r>
            <a:r>
              <a:rPr dirty="0" sz="550" spc="-10">
                <a:solidFill>
                  <a:srgbClr val="585B66"/>
                </a:solidFill>
                <a:latin typeface="Arial"/>
                <a:cs typeface="Arial"/>
                <a:hlinkClick r:id="rId11" action="ppaction://hlinksldjump"/>
              </a:rPr>
              <a:t>Requirements</a:t>
            </a:r>
            <a:endParaRPr sz="550">
              <a:latin typeface="Arial"/>
              <a:cs typeface="Arial"/>
            </a:endParaRPr>
          </a:p>
          <a:p>
            <a:pPr marL="28575" marR="98425">
              <a:lnSpc>
                <a:spcPct val="166600"/>
              </a:lnSpc>
            </a:pPr>
            <a:r>
              <a:rPr dirty="0" sz="550" spc="10">
                <a:solidFill>
                  <a:srgbClr val="585B66"/>
                </a:solidFill>
                <a:latin typeface="Arial"/>
                <a:cs typeface="Arial"/>
                <a:hlinkClick r:id="rId12" action="ppaction://hlinksldjump"/>
              </a:rPr>
              <a:t>Non-Functional</a:t>
            </a:r>
            <a:r>
              <a:rPr dirty="0" sz="550" spc="125">
                <a:solidFill>
                  <a:srgbClr val="585B66"/>
                </a:solidFill>
                <a:latin typeface="Arial"/>
                <a:cs typeface="Arial"/>
                <a:hlinkClick r:id="rId12" action="ppaction://hlinksldjump"/>
              </a:rPr>
              <a:t> </a:t>
            </a:r>
            <a:r>
              <a:rPr dirty="0" sz="550" spc="-10">
                <a:solidFill>
                  <a:srgbClr val="585B66"/>
                </a:solidFill>
                <a:latin typeface="Arial"/>
                <a:cs typeface="Arial"/>
                <a:hlinkClick r:id="rId12" action="ppaction://hlinksldjump"/>
              </a:rPr>
              <a:t>Requirements</a:t>
            </a:r>
            <a:r>
              <a:rPr dirty="0" sz="550" spc="500">
                <a:solidFill>
                  <a:srgbClr val="585B66"/>
                </a:solidFill>
                <a:latin typeface="Arial"/>
                <a:cs typeface="Arial"/>
              </a:rPr>
              <a:t> </a:t>
            </a:r>
            <a:r>
              <a:rPr dirty="0" sz="550">
                <a:solidFill>
                  <a:srgbClr val="585B66"/>
                </a:solidFill>
                <a:latin typeface="Arial"/>
                <a:cs typeface="Arial"/>
                <a:hlinkClick r:id="rId13" action="ppaction://hlinksldjump"/>
              </a:rPr>
              <a:t>Hardware</a:t>
            </a:r>
            <a:r>
              <a:rPr dirty="0" sz="550" spc="150">
                <a:solidFill>
                  <a:srgbClr val="585B66"/>
                </a:solidFill>
                <a:latin typeface="Arial"/>
                <a:cs typeface="Arial"/>
                <a:hlinkClick r:id="rId13" action="ppaction://hlinksldjump"/>
              </a:rPr>
              <a:t> </a:t>
            </a:r>
            <a:r>
              <a:rPr dirty="0" sz="550" spc="-10">
                <a:solidFill>
                  <a:srgbClr val="585B66"/>
                </a:solidFill>
                <a:latin typeface="Arial"/>
                <a:cs typeface="Arial"/>
                <a:hlinkClick r:id="rId13" action="ppaction://hlinksldjump"/>
              </a:rPr>
              <a:t>Requirements</a:t>
            </a:r>
            <a:endParaRPr sz="550">
              <a:latin typeface="Arial"/>
              <a:cs typeface="Arial"/>
            </a:endParaRPr>
          </a:p>
          <a:p>
            <a:pPr marL="28575" marR="311150">
              <a:lnSpc>
                <a:spcPct val="166600"/>
              </a:lnSpc>
              <a:spcBef>
                <a:spcPts val="15"/>
              </a:spcBef>
            </a:pPr>
            <a:r>
              <a:rPr dirty="0" sz="550">
                <a:solidFill>
                  <a:srgbClr val="585B66"/>
                </a:solidFill>
                <a:latin typeface="Arial"/>
                <a:cs typeface="Arial"/>
                <a:hlinkClick r:id="rId14" action="ppaction://hlinksldjump"/>
              </a:rPr>
              <a:t>Software</a:t>
            </a:r>
            <a:r>
              <a:rPr dirty="0" sz="550" spc="150">
                <a:solidFill>
                  <a:srgbClr val="585B66"/>
                </a:solidFill>
                <a:latin typeface="Arial"/>
                <a:cs typeface="Arial"/>
                <a:hlinkClick r:id="rId14" action="ppaction://hlinksldjump"/>
              </a:rPr>
              <a:t> </a:t>
            </a:r>
            <a:r>
              <a:rPr dirty="0" sz="550" spc="-10">
                <a:solidFill>
                  <a:srgbClr val="585B66"/>
                </a:solidFill>
                <a:latin typeface="Arial"/>
                <a:cs typeface="Arial"/>
                <a:hlinkClick r:id="rId14" action="ppaction://hlinksldjump"/>
              </a:rPr>
              <a:t>Requirements</a:t>
            </a:r>
            <a:r>
              <a:rPr dirty="0" sz="550" spc="500">
                <a:solidFill>
                  <a:srgbClr val="585B66"/>
                </a:solidFill>
                <a:latin typeface="Arial"/>
                <a:cs typeface="Arial"/>
              </a:rPr>
              <a:t> </a:t>
            </a:r>
            <a:r>
              <a:rPr dirty="0" sz="550" spc="-10">
                <a:solidFill>
                  <a:srgbClr val="585B66"/>
                </a:solidFill>
                <a:latin typeface="Arial"/>
                <a:cs typeface="Arial"/>
                <a:hlinkClick r:id="rId15" action="ppaction://hlinksldjump"/>
              </a:rPr>
              <a:t>Result</a:t>
            </a:r>
            <a:endParaRPr sz="550">
              <a:latin typeface="Arial"/>
              <a:cs typeface="Arial"/>
            </a:endParaRPr>
          </a:p>
          <a:p>
            <a:pPr marL="28575" marR="640715">
              <a:lnSpc>
                <a:spcPts val="1000"/>
              </a:lnSpc>
              <a:spcBef>
                <a:spcPts val="85"/>
              </a:spcBef>
            </a:pPr>
            <a:r>
              <a:rPr dirty="0" sz="550" spc="-10">
                <a:solidFill>
                  <a:srgbClr val="585B66"/>
                </a:solidFill>
                <a:latin typeface="Arial"/>
                <a:cs typeface="Arial"/>
                <a:hlinkClick r:id="rId16" action="ppaction://hlinksldjump"/>
              </a:rPr>
              <a:t>Conclusion</a:t>
            </a:r>
            <a:r>
              <a:rPr dirty="0" sz="550" spc="500">
                <a:solidFill>
                  <a:srgbClr val="585B66"/>
                </a:solidFill>
                <a:latin typeface="Arial"/>
                <a:cs typeface="Arial"/>
              </a:rPr>
              <a:t> </a:t>
            </a:r>
            <a:r>
              <a:rPr dirty="0" sz="550">
                <a:solidFill>
                  <a:srgbClr val="585B66"/>
                </a:solidFill>
                <a:latin typeface="Arial"/>
                <a:cs typeface="Arial"/>
                <a:hlinkClick r:id="rId17" action="ppaction://hlinksldjump"/>
              </a:rPr>
              <a:t>Future</a:t>
            </a:r>
            <a:r>
              <a:rPr dirty="0" sz="550" spc="120">
                <a:solidFill>
                  <a:srgbClr val="585B66"/>
                </a:solidFill>
                <a:latin typeface="Arial"/>
                <a:cs typeface="Arial"/>
                <a:hlinkClick r:id="rId17" action="ppaction://hlinksldjump"/>
              </a:rPr>
              <a:t> </a:t>
            </a:r>
            <a:r>
              <a:rPr dirty="0" sz="550" spc="-10">
                <a:solidFill>
                  <a:srgbClr val="585B66"/>
                </a:solidFill>
                <a:latin typeface="Arial"/>
                <a:cs typeface="Arial"/>
                <a:hlinkClick r:id="rId17" action="ppaction://hlinksldjump"/>
              </a:rPr>
              <a:t>Scope</a:t>
            </a:r>
            <a:endParaRPr sz="550">
              <a:latin typeface="Arial"/>
              <a:cs typeface="Arial"/>
            </a:endParaRPr>
          </a:p>
          <a:p>
            <a:pPr marL="28575">
              <a:lnSpc>
                <a:spcPct val="100000"/>
              </a:lnSpc>
              <a:spcBef>
                <a:spcPts val="365"/>
              </a:spcBef>
            </a:pPr>
            <a:r>
              <a:rPr dirty="0" sz="550" spc="-10">
                <a:solidFill>
                  <a:srgbClr val="585B66"/>
                </a:solidFill>
                <a:latin typeface="Arial"/>
                <a:cs typeface="Arial"/>
                <a:hlinkClick r:id="rId18" action="ppaction://hlinksldjump"/>
              </a:rPr>
              <a:t>References</a:t>
            </a:r>
            <a:endParaRPr sz="550">
              <a:latin typeface="Arial"/>
              <a:cs typeface="Arial"/>
            </a:endParaRPr>
          </a:p>
        </p:txBody>
      </p:sp>
      <p:pic>
        <p:nvPicPr>
          <p:cNvPr id="8" name="object 8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2358689" y="591675"/>
            <a:ext cx="2188829" cy="2520086"/>
          </a:xfrm>
          <a:prstGeom prst="rect">
            <a:avLst/>
          </a:prstGeom>
        </p:spPr>
      </p:pic>
    </p:spTree>
  </p:cSld>
  <p:clrMapOvr>
    <a:masterClrMapping/>
  </p:clrMapOvr>
  <p:transition spd="fast">
    <p:cut thruBlk="0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Data</a:t>
            </a:r>
            <a:r>
              <a:rPr dirty="0" spc="65"/>
              <a:t> </a:t>
            </a:r>
            <a:r>
              <a:rPr dirty="0"/>
              <a:t>Flow</a:t>
            </a:r>
            <a:r>
              <a:rPr dirty="0" spc="60"/>
              <a:t> </a:t>
            </a:r>
            <a:r>
              <a:rPr dirty="0"/>
              <a:t>Diagram</a:t>
            </a:r>
            <a:r>
              <a:rPr dirty="0" spc="65"/>
              <a:t> </a:t>
            </a:r>
            <a:r>
              <a:rPr dirty="0"/>
              <a:t>-</a:t>
            </a:r>
            <a:r>
              <a:rPr dirty="0" spc="65"/>
              <a:t> </a:t>
            </a:r>
            <a:r>
              <a:rPr dirty="0"/>
              <a:t>Level</a:t>
            </a:r>
            <a:r>
              <a:rPr dirty="0" spc="65"/>
              <a:t> </a:t>
            </a:r>
            <a:r>
              <a:rPr dirty="0" spc="-50"/>
              <a:t>0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5303520" y="217041"/>
            <a:ext cx="217170" cy="126364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650">
                <a:solidFill>
                  <a:srgbClr val="787D86"/>
                </a:solidFill>
                <a:latin typeface="Arial"/>
                <a:cs typeface="Arial"/>
              </a:rPr>
              <a:t>9</a:t>
            </a:r>
            <a:r>
              <a:rPr dirty="0" sz="650" spc="-65">
                <a:solidFill>
                  <a:srgbClr val="787D86"/>
                </a:solidFill>
                <a:latin typeface="Arial"/>
                <a:cs typeface="Arial"/>
              </a:rPr>
              <a:t> </a:t>
            </a:r>
            <a:r>
              <a:rPr dirty="0" sz="650">
                <a:solidFill>
                  <a:srgbClr val="787D86"/>
                </a:solidFill>
                <a:latin typeface="Arial"/>
                <a:cs typeface="Arial"/>
              </a:rPr>
              <a:t>/</a:t>
            </a:r>
            <a:r>
              <a:rPr dirty="0" sz="650" spc="-70">
                <a:solidFill>
                  <a:srgbClr val="787D86"/>
                </a:solidFill>
                <a:latin typeface="Arial"/>
                <a:cs typeface="Arial"/>
              </a:rPr>
              <a:t> </a:t>
            </a:r>
            <a:r>
              <a:rPr dirty="0" sz="650" spc="-25">
                <a:solidFill>
                  <a:srgbClr val="787D86"/>
                </a:solidFill>
                <a:latin typeface="Arial"/>
                <a:cs typeface="Arial"/>
              </a:rPr>
              <a:t>24</a:t>
            </a:r>
            <a:endParaRPr sz="650">
              <a:latin typeface="Arial"/>
              <a:cs typeface="Arial"/>
            </a:endParaRPr>
          </a:p>
        </p:txBody>
      </p:sp>
      <p:grpSp>
        <p:nvGrpSpPr>
          <p:cNvPr id="2" name="object 2"/>
          <p:cNvGrpSpPr/>
          <p:nvPr/>
        </p:nvGrpSpPr>
        <p:grpSpPr>
          <a:xfrm>
            <a:off x="0" y="1467129"/>
            <a:ext cx="1146175" cy="128905"/>
            <a:chOff x="0" y="1467129"/>
            <a:chExt cx="1146175" cy="128905"/>
          </a:xfrm>
        </p:grpSpPr>
        <p:sp>
          <p:nvSpPr>
            <p:cNvPr id="3" name="object 3"/>
            <p:cNvSpPr/>
            <p:nvPr/>
          </p:nvSpPr>
          <p:spPr>
            <a:xfrm>
              <a:off x="0" y="1467129"/>
              <a:ext cx="20320" cy="128905"/>
            </a:xfrm>
            <a:custGeom>
              <a:avLst/>
              <a:gdLst/>
              <a:ahLst/>
              <a:cxnLst/>
              <a:rect l="l" t="t" r="r" b="b"/>
              <a:pathLst>
                <a:path w="20320" h="128905">
                  <a:moveTo>
                    <a:pt x="20243" y="0"/>
                  </a:moveTo>
                  <a:lnTo>
                    <a:pt x="0" y="0"/>
                  </a:lnTo>
                  <a:lnTo>
                    <a:pt x="0" y="128701"/>
                  </a:lnTo>
                  <a:lnTo>
                    <a:pt x="20243" y="128701"/>
                  </a:lnTo>
                  <a:lnTo>
                    <a:pt x="20243" y="0"/>
                  </a:lnTo>
                  <a:close/>
                </a:path>
              </a:pathLst>
            </a:custGeom>
            <a:solidFill>
              <a:srgbClr val="0B4CB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20243" y="1467129"/>
              <a:ext cx="1125855" cy="128905"/>
            </a:xfrm>
            <a:custGeom>
              <a:avLst/>
              <a:gdLst/>
              <a:ahLst/>
              <a:cxnLst/>
              <a:rect l="l" t="t" r="r" b="b"/>
              <a:pathLst>
                <a:path w="1125855" h="128905">
                  <a:moveTo>
                    <a:pt x="1125423" y="0"/>
                  </a:moveTo>
                  <a:lnTo>
                    <a:pt x="0" y="0"/>
                  </a:lnTo>
                  <a:lnTo>
                    <a:pt x="0" y="128701"/>
                  </a:lnTo>
                  <a:lnTo>
                    <a:pt x="1125423" y="128701"/>
                  </a:lnTo>
                  <a:lnTo>
                    <a:pt x="1125423" y="0"/>
                  </a:lnTo>
                  <a:close/>
                </a:path>
              </a:pathLst>
            </a:custGeom>
            <a:solidFill>
              <a:srgbClr val="DCE5F7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/>
          <p:cNvSpPr txBox="1"/>
          <p:nvPr/>
        </p:nvSpPr>
        <p:spPr>
          <a:xfrm>
            <a:off x="20243" y="906851"/>
            <a:ext cx="1125855" cy="231775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8575" marR="452120">
              <a:lnSpc>
                <a:spcPct val="150500"/>
              </a:lnSpc>
              <a:spcBef>
                <a:spcPts val="95"/>
              </a:spcBef>
            </a:pPr>
            <a:r>
              <a:rPr dirty="0" sz="550" spc="-10">
                <a:solidFill>
                  <a:srgbClr val="585B66"/>
                </a:solidFill>
                <a:latin typeface="Arial"/>
                <a:cs typeface="Arial"/>
                <a:hlinkClick r:id="rId2" action="ppaction://hlinksldjump"/>
              </a:rPr>
              <a:t>Introduction</a:t>
            </a:r>
            <a:r>
              <a:rPr dirty="0" sz="550" spc="500">
                <a:solidFill>
                  <a:srgbClr val="585B66"/>
                </a:solidFill>
                <a:latin typeface="Arial"/>
                <a:cs typeface="Arial"/>
              </a:rPr>
              <a:t> </a:t>
            </a:r>
            <a:r>
              <a:rPr dirty="0" sz="550">
                <a:solidFill>
                  <a:srgbClr val="585B66"/>
                </a:solidFill>
                <a:latin typeface="Arial"/>
                <a:cs typeface="Arial"/>
                <a:hlinkClick r:id="rId3" action="ppaction://hlinksldjump"/>
              </a:rPr>
              <a:t>Problem</a:t>
            </a:r>
            <a:r>
              <a:rPr dirty="0" sz="550" spc="125">
                <a:solidFill>
                  <a:srgbClr val="585B66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dirty="0" sz="550" spc="-10">
                <a:solidFill>
                  <a:srgbClr val="585B66"/>
                </a:solidFill>
                <a:latin typeface="Arial"/>
                <a:cs typeface="Arial"/>
                <a:hlinkClick r:id="rId3" action="ppaction://hlinksldjump"/>
              </a:rPr>
              <a:t>Statement</a:t>
            </a:r>
            <a:r>
              <a:rPr dirty="0" sz="550" spc="500">
                <a:solidFill>
                  <a:srgbClr val="585B66"/>
                </a:solidFill>
                <a:latin typeface="Arial"/>
                <a:cs typeface="Arial"/>
              </a:rPr>
              <a:t> </a:t>
            </a:r>
            <a:r>
              <a:rPr dirty="0" sz="550" spc="10">
                <a:solidFill>
                  <a:srgbClr val="585B66"/>
                </a:solidFill>
                <a:latin typeface="Arial"/>
                <a:cs typeface="Arial"/>
                <a:hlinkClick r:id="rId4" action="ppaction://hlinksldjump"/>
              </a:rPr>
              <a:t>Literature</a:t>
            </a:r>
            <a:r>
              <a:rPr dirty="0" sz="550" spc="70">
                <a:solidFill>
                  <a:srgbClr val="585B66"/>
                </a:solidFill>
                <a:latin typeface="Arial"/>
                <a:cs typeface="Arial"/>
                <a:hlinkClick r:id="rId4" action="ppaction://hlinksldjump"/>
              </a:rPr>
              <a:t> </a:t>
            </a:r>
            <a:r>
              <a:rPr dirty="0" sz="550" spc="-10">
                <a:solidFill>
                  <a:srgbClr val="585B66"/>
                </a:solidFill>
                <a:latin typeface="Arial"/>
                <a:cs typeface="Arial"/>
                <a:hlinkClick r:id="rId4" action="ppaction://hlinksldjump"/>
              </a:rPr>
              <a:t>Review</a:t>
            </a:r>
            <a:r>
              <a:rPr dirty="0" sz="550" spc="500">
                <a:solidFill>
                  <a:srgbClr val="585B66"/>
                </a:solidFill>
                <a:latin typeface="Arial"/>
                <a:cs typeface="Arial"/>
              </a:rPr>
              <a:t> </a:t>
            </a:r>
            <a:r>
              <a:rPr dirty="0" sz="550" spc="10">
                <a:solidFill>
                  <a:srgbClr val="585B66"/>
                </a:solidFill>
                <a:latin typeface="Arial"/>
                <a:cs typeface="Arial"/>
                <a:hlinkClick r:id="rId5" action="ppaction://hlinksldjump"/>
              </a:rPr>
              <a:t>Proposed</a:t>
            </a:r>
            <a:r>
              <a:rPr dirty="0" sz="550" spc="114">
                <a:solidFill>
                  <a:srgbClr val="585B66"/>
                </a:solidFill>
                <a:latin typeface="Arial"/>
                <a:cs typeface="Arial"/>
                <a:hlinkClick r:id="rId5" action="ppaction://hlinksldjump"/>
              </a:rPr>
              <a:t> </a:t>
            </a:r>
            <a:r>
              <a:rPr dirty="0" sz="550" spc="-10">
                <a:solidFill>
                  <a:srgbClr val="585B66"/>
                </a:solidFill>
                <a:latin typeface="Arial"/>
                <a:cs typeface="Arial"/>
                <a:hlinkClick r:id="rId5" action="ppaction://hlinksldjump"/>
              </a:rPr>
              <a:t>Solution</a:t>
            </a:r>
            <a:endParaRPr sz="550">
              <a:latin typeface="Arial"/>
              <a:cs typeface="Arial"/>
            </a:endParaRPr>
          </a:p>
          <a:p>
            <a:pPr marL="28575">
              <a:lnSpc>
                <a:spcPct val="100000"/>
              </a:lnSpc>
              <a:spcBef>
                <a:spcPts val="450"/>
              </a:spcBef>
            </a:pPr>
            <a:r>
              <a:rPr dirty="0" sz="550">
                <a:solidFill>
                  <a:srgbClr val="0B4CB2"/>
                </a:solidFill>
                <a:latin typeface="Arial"/>
                <a:cs typeface="Arial"/>
                <a:hlinkClick r:id="rId6" action="ppaction://hlinksldjump"/>
              </a:rPr>
              <a:t>System</a:t>
            </a:r>
            <a:r>
              <a:rPr dirty="0" sz="550" spc="135">
                <a:solidFill>
                  <a:srgbClr val="0B4CB2"/>
                </a:solidFill>
                <a:latin typeface="Arial"/>
                <a:cs typeface="Arial"/>
                <a:hlinkClick r:id="rId6" action="ppaction://hlinksldjump"/>
              </a:rPr>
              <a:t> </a:t>
            </a:r>
            <a:r>
              <a:rPr dirty="0" sz="550" spc="-10">
                <a:solidFill>
                  <a:srgbClr val="0B4CB2"/>
                </a:solidFill>
                <a:latin typeface="Arial"/>
                <a:cs typeface="Arial"/>
                <a:hlinkClick r:id="rId6" action="ppaction://hlinksldjump"/>
              </a:rPr>
              <a:t>Architecture</a:t>
            </a:r>
            <a:endParaRPr sz="550">
              <a:latin typeface="Arial"/>
              <a:cs typeface="Arial"/>
            </a:endParaRPr>
          </a:p>
          <a:p>
            <a:pPr marL="141605">
              <a:lnSpc>
                <a:spcPct val="100000"/>
              </a:lnSpc>
              <a:spcBef>
                <a:spcPts val="325"/>
              </a:spcBef>
            </a:pPr>
            <a:r>
              <a:rPr dirty="0" sz="500" spc="-10">
                <a:solidFill>
                  <a:srgbClr val="585B66"/>
                </a:solidFill>
                <a:latin typeface="Arial"/>
                <a:cs typeface="Arial"/>
                <a:hlinkClick r:id="rId6" action="ppaction://hlinksldjump"/>
              </a:rPr>
              <a:t>Architecture</a:t>
            </a:r>
            <a:endParaRPr sz="500">
              <a:latin typeface="Arial"/>
              <a:cs typeface="Arial"/>
            </a:endParaRPr>
          </a:p>
          <a:p>
            <a:pPr marL="141605">
              <a:lnSpc>
                <a:spcPct val="100000"/>
              </a:lnSpc>
              <a:spcBef>
                <a:spcPts val="204"/>
              </a:spcBef>
            </a:pPr>
            <a:r>
              <a:rPr dirty="0" sz="500">
                <a:solidFill>
                  <a:srgbClr val="585B66"/>
                </a:solidFill>
                <a:latin typeface="Arial"/>
                <a:cs typeface="Arial"/>
                <a:hlinkClick r:id="rId7" action="ppaction://hlinksldjump"/>
              </a:rPr>
              <a:t>Use</a:t>
            </a:r>
            <a:r>
              <a:rPr dirty="0" sz="500" spc="65">
                <a:solidFill>
                  <a:srgbClr val="585B66"/>
                </a:solidFill>
                <a:latin typeface="Arial"/>
                <a:cs typeface="Arial"/>
                <a:hlinkClick r:id="rId7" action="ppaction://hlinksldjump"/>
              </a:rPr>
              <a:t> </a:t>
            </a:r>
            <a:r>
              <a:rPr dirty="0" sz="500">
                <a:solidFill>
                  <a:srgbClr val="585B66"/>
                </a:solidFill>
                <a:latin typeface="Arial"/>
                <a:cs typeface="Arial"/>
                <a:hlinkClick r:id="rId7" action="ppaction://hlinksldjump"/>
              </a:rPr>
              <a:t>Case</a:t>
            </a:r>
            <a:r>
              <a:rPr dirty="0" sz="500" spc="65">
                <a:solidFill>
                  <a:srgbClr val="585B66"/>
                </a:solidFill>
                <a:latin typeface="Arial"/>
                <a:cs typeface="Arial"/>
                <a:hlinkClick r:id="rId7" action="ppaction://hlinksldjump"/>
              </a:rPr>
              <a:t> </a:t>
            </a:r>
            <a:r>
              <a:rPr dirty="0" sz="500" spc="-10">
                <a:solidFill>
                  <a:srgbClr val="585B66"/>
                </a:solidFill>
                <a:latin typeface="Arial"/>
                <a:cs typeface="Arial"/>
                <a:hlinkClick r:id="rId7" action="ppaction://hlinksldjump"/>
              </a:rPr>
              <a:t>Diagram</a:t>
            </a:r>
            <a:endParaRPr sz="500">
              <a:latin typeface="Arial"/>
              <a:cs typeface="Arial"/>
            </a:endParaRPr>
          </a:p>
          <a:p>
            <a:pPr marL="141605">
              <a:lnSpc>
                <a:spcPct val="100000"/>
              </a:lnSpc>
              <a:spcBef>
                <a:spcPts val="204"/>
              </a:spcBef>
            </a:pPr>
            <a:r>
              <a:rPr dirty="0" sz="500" b="1">
                <a:solidFill>
                  <a:srgbClr val="0B4CB2"/>
                </a:solidFill>
                <a:latin typeface="Arial"/>
                <a:cs typeface="Arial"/>
                <a:hlinkClick r:id="rId8" action="ppaction://hlinksldjump"/>
              </a:rPr>
              <a:t>Data</a:t>
            </a:r>
            <a:r>
              <a:rPr dirty="0" sz="500" spc="65" b="1">
                <a:solidFill>
                  <a:srgbClr val="0B4CB2"/>
                </a:solidFill>
                <a:latin typeface="Arial"/>
                <a:cs typeface="Arial"/>
                <a:hlinkClick r:id="rId8" action="ppaction://hlinksldjump"/>
              </a:rPr>
              <a:t> </a:t>
            </a:r>
            <a:r>
              <a:rPr dirty="0" sz="500" b="1">
                <a:solidFill>
                  <a:srgbClr val="0B4CB2"/>
                </a:solidFill>
                <a:latin typeface="Arial"/>
                <a:cs typeface="Arial"/>
                <a:hlinkClick r:id="rId8" action="ppaction://hlinksldjump"/>
              </a:rPr>
              <a:t>Flow</a:t>
            </a:r>
            <a:r>
              <a:rPr dirty="0" sz="500" spc="70" b="1">
                <a:solidFill>
                  <a:srgbClr val="0B4CB2"/>
                </a:solidFill>
                <a:latin typeface="Arial"/>
                <a:cs typeface="Arial"/>
                <a:hlinkClick r:id="rId8" action="ppaction://hlinksldjump"/>
              </a:rPr>
              <a:t> </a:t>
            </a:r>
            <a:r>
              <a:rPr dirty="0" sz="500" b="1">
                <a:solidFill>
                  <a:srgbClr val="0B4CB2"/>
                </a:solidFill>
                <a:latin typeface="Arial"/>
                <a:cs typeface="Arial"/>
                <a:hlinkClick r:id="rId8" action="ppaction://hlinksldjump"/>
              </a:rPr>
              <a:t>Diagram</a:t>
            </a:r>
            <a:r>
              <a:rPr dirty="0" sz="500" spc="70" b="1">
                <a:solidFill>
                  <a:srgbClr val="0B4CB2"/>
                </a:solidFill>
                <a:latin typeface="Arial"/>
                <a:cs typeface="Arial"/>
                <a:hlinkClick r:id="rId8" action="ppaction://hlinksldjump"/>
              </a:rPr>
              <a:t> </a:t>
            </a:r>
            <a:r>
              <a:rPr dirty="0" sz="500" b="1">
                <a:solidFill>
                  <a:srgbClr val="0B4CB2"/>
                </a:solidFill>
                <a:latin typeface="Arial"/>
                <a:cs typeface="Arial"/>
                <a:hlinkClick r:id="rId8" action="ppaction://hlinksldjump"/>
              </a:rPr>
              <a:t>-</a:t>
            </a:r>
            <a:r>
              <a:rPr dirty="0" sz="500" spc="65" b="1">
                <a:solidFill>
                  <a:srgbClr val="0B4CB2"/>
                </a:solidFill>
                <a:latin typeface="Arial"/>
                <a:cs typeface="Arial"/>
                <a:hlinkClick r:id="rId8" action="ppaction://hlinksldjump"/>
              </a:rPr>
              <a:t> </a:t>
            </a:r>
            <a:r>
              <a:rPr dirty="0" sz="500" b="1">
                <a:solidFill>
                  <a:srgbClr val="0B4CB2"/>
                </a:solidFill>
                <a:latin typeface="Arial"/>
                <a:cs typeface="Arial"/>
                <a:hlinkClick r:id="rId8" action="ppaction://hlinksldjump"/>
              </a:rPr>
              <a:t>Level</a:t>
            </a:r>
            <a:r>
              <a:rPr dirty="0" sz="500" spc="70" b="1">
                <a:solidFill>
                  <a:srgbClr val="0B4CB2"/>
                </a:solidFill>
                <a:latin typeface="Arial"/>
                <a:cs typeface="Arial"/>
                <a:hlinkClick r:id="rId8" action="ppaction://hlinksldjump"/>
              </a:rPr>
              <a:t> </a:t>
            </a:r>
            <a:r>
              <a:rPr dirty="0" sz="500" spc="-50" b="1">
                <a:solidFill>
                  <a:srgbClr val="0B4CB2"/>
                </a:solidFill>
                <a:latin typeface="Arial"/>
                <a:cs typeface="Arial"/>
                <a:hlinkClick r:id="rId8" action="ppaction://hlinksldjump"/>
              </a:rPr>
              <a:t>0</a:t>
            </a:r>
            <a:endParaRPr sz="500">
              <a:latin typeface="Arial"/>
              <a:cs typeface="Arial"/>
            </a:endParaRPr>
          </a:p>
          <a:p>
            <a:pPr marL="141605">
              <a:lnSpc>
                <a:spcPct val="100000"/>
              </a:lnSpc>
              <a:spcBef>
                <a:spcPts val="209"/>
              </a:spcBef>
            </a:pPr>
            <a:r>
              <a:rPr dirty="0" sz="500">
                <a:solidFill>
                  <a:srgbClr val="585B66"/>
                </a:solidFill>
                <a:latin typeface="Arial"/>
                <a:cs typeface="Arial"/>
                <a:hlinkClick r:id="rId9" action="ppaction://hlinksldjump"/>
              </a:rPr>
              <a:t>Data</a:t>
            </a:r>
            <a:r>
              <a:rPr dirty="0" sz="500" spc="60">
                <a:solidFill>
                  <a:srgbClr val="585B66"/>
                </a:solidFill>
                <a:latin typeface="Arial"/>
                <a:cs typeface="Arial"/>
                <a:hlinkClick r:id="rId9" action="ppaction://hlinksldjump"/>
              </a:rPr>
              <a:t> </a:t>
            </a:r>
            <a:r>
              <a:rPr dirty="0" sz="500">
                <a:solidFill>
                  <a:srgbClr val="585B66"/>
                </a:solidFill>
                <a:latin typeface="Arial"/>
                <a:cs typeface="Arial"/>
                <a:hlinkClick r:id="rId9" action="ppaction://hlinksldjump"/>
              </a:rPr>
              <a:t>Flow</a:t>
            </a:r>
            <a:r>
              <a:rPr dirty="0" sz="500" spc="60">
                <a:solidFill>
                  <a:srgbClr val="585B66"/>
                </a:solidFill>
                <a:latin typeface="Arial"/>
                <a:cs typeface="Arial"/>
                <a:hlinkClick r:id="rId9" action="ppaction://hlinksldjump"/>
              </a:rPr>
              <a:t> </a:t>
            </a:r>
            <a:r>
              <a:rPr dirty="0" sz="500">
                <a:solidFill>
                  <a:srgbClr val="585B66"/>
                </a:solidFill>
                <a:latin typeface="Arial"/>
                <a:cs typeface="Arial"/>
                <a:hlinkClick r:id="rId9" action="ppaction://hlinksldjump"/>
              </a:rPr>
              <a:t>Diagram</a:t>
            </a:r>
            <a:r>
              <a:rPr dirty="0" sz="500" spc="60">
                <a:solidFill>
                  <a:srgbClr val="585B66"/>
                </a:solidFill>
                <a:latin typeface="Arial"/>
                <a:cs typeface="Arial"/>
                <a:hlinkClick r:id="rId9" action="ppaction://hlinksldjump"/>
              </a:rPr>
              <a:t> </a:t>
            </a:r>
            <a:r>
              <a:rPr dirty="0" sz="500">
                <a:solidFill>
                  <a:srgbClr val="585B66"/>
                </a:solidFill>
                <a:latin typeface="Arial"/>
                <a:cs typeface="Arial"/>
                <a:hlinkClick r:id="rId9" action="ppaction://hlinksldjump"/>
              </a:rPr>
              <a:t>-</a:t>
            </a:r>
            <a:r>
              <a:rPr dirty="0" sz="500" spc="60">
                <a:solidFill>
                  <a:srgbClr val="585B66"/>
                </a:solidFill>
                <a:latin typeface="Arial"/>
                <a:cs typeface="Arial"/>
                <a:hlinkClick r:id="rId9" action="ppaction://hlinksldjump"/>
              </a:rPr>
              <a:t> </a:t>
            </a:r>
            <a:r>
              <a:rPr dirty="0" sz="500">
                <a:solidFill>
                  <a:srgbClr val="585B66"/>
                </a:solidFill>
                <a:latin typeface="Arial"/>
                <a:cs typeface="Arial"/>
                <a:hlinkClick r:id="rId9" action="ppaction://hlinksldjump"/>
              </a:rPr>
              <a:t>Level</a:t>
            </a:r>
            <a:r>
              <a:rPr dirty="0" sz="500" spc="60">
                <a:solidFill>
                  <a:srgbClr val="585B66"/>
                </a:solidFill>
                <a:latin typeface="Arial"/>
                <a:cs typeface="Arial"/>
                <a:hlinkClick r:id="rId9" action="ppaction://hlinksldjump"/>
              </a:rPr>
              <a:t> </a:t>
            </a:r>
            <a:r>
              <a:rPr dirty="0" sz="500" spc="-50">
                <a:solidFill>
                  <a:srgbClr val="585B66"/>
                </a:solidFill>
                <a:latin typeface="Arial"/>
                <a:cs typeface="Arial"/>
                <a:hlinkClick r:id="rId9" action="ppaction://hlinksldjump"/>
              </a:rPr>
              <a:t>1</a:t>
            </a:r>
            <a:endParaRPr sz="500">
              <a:latin typeface="Arial"/>
              <a:cs typeface="Arial"/>
            </a:endParaRPr>
          </a:p>
          <a:p>
            <a:pPr marL="28575">
              <a:lnSpc>
                <a:spcPct val="100000"/>
              </a:lnSpc>
              <a:spcBef>
                <a:spcPts val="325"/>
              </a:spcBef>
            </a:pPr>
            <a:r>
              <a:rPr dirty="0" sz="550" spc="-10">
                <a:solidFill>
                  <a:srgbClr val="585B66"/>
                </a:solidFill>
                <a:latin typeface="Arial"/>
                <a:cs typeface="Arial"/>
                <a:hlinkClick r:id="rId10" action="ppaction://hlinksldjump"/>
              </a:rPr>
              <a:t>Methodology</a:t>
            </a:r>
            <a:endParaRPr sz="550">
              <a:latin typeface="Arial"/>
              <a:cs typeface="Arial"/>
            </a:endParaRPr>
          </a:p>
          <a:p>
            <a:pPr marL="28575">
              <a:lnSpc>
                <a:spcPct val="100000"/>
              </a:lnSpc>
              <a:spcBef>
                <a:spcPts val="445"/>
              </a:spcBef>
            </a:pPr>
            <a:r>
              <a:rPr dirty="0" sz="550" spc="10">
                <a:solidFill>
                  <a:srgbClr val="585B66"/>
                </a:solidFill>
                <a:latin typeface="Arial"/>
                <a:cs typeface="Arial"/>
                <a:hlinkClick r:id="rId11" action="ppaction://hlinksldjump"/>
              </a:rPr>
              <a:t>Functional</a:t>
            </a:r>
            <a:r>
              <a:rPr dirty="0" sz="550" spc="85">
                <a:solidFill>
                  <a:srgbClr val="585B66"/>
                </a:solidFill>
                <a:latin typeface="Arial"/>
                <a:cs typeface="Arial"/>
                <a:hlinkClick r:id="rId11" action="ppaction://hlinksldjump"/>
              </a:rPr>
              <a:t> </a:t>
            </a:r>
            <a:r>
              <a:rPr dirty="0" sz="550" spc="-10">
                <a:solidFill>
                  <a:srgbClr val="585B66"/>
                </a:solidFill>
                <a:latin typeface="Arial"/>
                <a:cs typeface="Arial"/>
                <a:hlinkClick r:id="rId11" action="ppaction://hlinksldjump"/>
              </a:rPr>
              <a:t>Requirements</a:t>
            </a:r>
            <a:endParaRPr sz="550">
              <a:latin typeface="Arial"/>
              <a:cs typeface="Arial"/>
            </a:endParaRPr>
          </a:p>
          <a:p>
            <a:pPr marL="28575" marR="98425">
              <a:lnSpc>
                <a:spcPct val="166600"/>
              </a:lnSpc>
            </a:pPr>
            <a:r>
              <a:rPr dirty="0" sz="550" spc="10">
                <a:solidFill>
                  <a:srgbClr val="585B66"/>
                </a:solidFill>
                <a:latin typeface="Arial"/>
                <a:cs typeface="Arial"/>
                <a:hlinkClick r:id="rId12" action="ppaction://hlinksldjump"/>
              </a:rPr>
              <a:t>Non-Functional</a:t>
            </a:r>
            <a:r>
              <a:rPr dirty="0" sz="550" spc="125">
                <a:solidFill>
                  <a:srgbClr val="585B66"/>
                </a:solidFill>
                <a:latin typeface="Arial"/>
                <a:cs typeface="Arial"/>
                <a:hlinkClick r:id="rId12" action="ppaction://hlinksldjump"/>
              </a:rPr>
              <a:t> </a:t>
            </a:r>
            <a:r>
              <a:rPr dirty="0" sz="550" spc="-10">
                <a:solidFill>
                  <a:srgbClr val="585B66"/>
                </a:solidFill>
                <a:latin typeface="Arial"/>
                <a:cs typeface="Arial"/>
                <a:hlinkClick r:id="rId12" action="ppaction://hlinksldjump"/>
              </a:rPr>
              <a:t>Requirements</a:t>
            </a:r>
            <a:r>
              <a:rPr dirty="0" sz="550" spc="500">
                <a:solidFill>
                  <a:srgbClr val="585B66"/>
                </a:solidFill>
                <a:latin typeface="Arial"/>
                <a:cs typeface="Arial"/>
              </a:rPr>
              <a:t> </a:t>
            </a:r>
            <a:r>
              <a:rPr dirty="0" sz="550">
                <a:solidFill>
                  <a:srgbClr val="585B66"/>
                </a:solidFill>
                <a:latin typeface="Arial"/>
                <a:cs typeface="Arial"/>
                <a:hlinkClick r:id="rId13" action="ppaction://hlinksldjump"/>
              </a:rPr>
              <a:t>Hardware</a:t>
            </a:r>
            <a:r>
              <a:rPr dirty="0" sz="550" spc="150">
                <a:solidFill>
                  <a:srgbClr val="585B66"/>
                </a:solidFill>
                <a:latin typeface="Arial"/>
                <a:cs typeface="Arial"/>
                <a:hlinkClick r:id="rId13" action="ppaction://hlinksldjump"/>
              </a:rPr>
              <a:t> </a:t>
            </a:r>
            <a:r>
              <a:rPr dirty="0" sz="550" spc="-10">
                <a:solidFill>
                  <a:srgbClr val="585B66"/>
                </a:solidFill>
                <a:latin typeface="Arial"/>
                <a:cs typeface="Arial"/>
                <a:hlinkClick r:id="rId13" action="ppaction://hlinksldjump"/>
              </a:rPr>
              <a:t>Requirements</a:t>
            </a:r>
            <a:endParaRPr sz="550">
              <a:latin typeface="Arial"/>
              <a:cs typeface="Arial"/>
            </a:endParaRPr>
          </a:p>
          <a:p>
            <a:pPr marL="28575" marR="311150">
              <a:lnSpc>
                <a:spcPct val="166600"/>
              </a:lnSpc>
              <a:spcBef>
                <a:spcPts val="15"/>
              </a:spcBef>
            </a:pPr>
            <a:r>
              <a:rPr dirty="0" sz="550">
                <a:solidFill>
                  <a:srgbClr val="585B66"/>
                </a:solidFill>
                <a:latin typeface="Arial"/>
                <a:cs typeface="Arial"/>
                <a:hlinkClick r:id="rId14" action="ppaction://hlinksldjump"/>
              </a:rPr>
              <a:t>Software</a:t>
            </a:r>
            <a:r>
              <a:rPr dirty="0" sz="550" spc="150">
                <a:solidFill>
                  <a:srgbClr val="585B66"/>
                </a:solidFill>
                <a:latin typeface="Arial"/>
                <a:cs typeface="Arial"/>
                <a:hlinkClick r:id="rId14" action="ppaction://hlinksldjump"/>
              </a:rPr>
              <a:t> </a:t>
            </a:r>
            <a:r>
              <a:rPr dirty="0" sz="550" spc="-10">
                <a:solidFill>
                  <a:srgbClr val="585B66"/>
                </a:solidFill>
                <a:latin typeface="Arial"/>
                <a:cs typeface="Arial"/>
                <a:hlinkClick r:id="rId14" action="ppaction://hlinksldjump"/>
              </a:rPr>
              <a:t>Requirements</a:t>
            </a:r>
            <a:r>
              <a:rPr dirty="0" sz="550" spc="500">
                <a:solidFill>
                  <a:srgbClr val="585B66"/>
                </a:solidFill>
                <a:latin typeface="Arial"/>
                <a:cs typeface="Arial"/>
              </a:rPr>
              <a:t> </a:t>
            </a:r>
            <a:r>
              <a:rPr dirty="0" sz="550" spc="-10">
                <a:solidFill>
                  <a:srgbClr val="585B66"/>
                </a:solidFill>
                <a:latin typeface="Arial"/>
                <a:cs typeface="Arial"/>
                <a:hlinkClick r:id="rId15" action="ppaction://hlinksldjump"/>
              </a:rPr>
              <a:t>Result</a:t>
            </a:r>
            <a:endParaRPr sz="550">
              <a:latin typeface="Arial"/>
              <a:cs typeface="Arial"/>
            </a:endParaRPr>
          </a:p>
          <a:p>
            <a:pPr marL="28575" marR="640715">
              <a:lnSpc>
                <a:spcPts val="1000"/>
              </a:lnSpc>
              <a:spcBef>
                <a:spcPts val="85"/>
              </a:spcBef>
            </a:pPr>
            <a:r>
              <a:rPr dirty="0" sz="550" spc="-10">
                <a:solidFill>
                  <a:srgbClr val="585B66"/>
                </a:solidFill>
                <a:latin typeface="Arial"/>
                <a:cs typeface="Arial"/>
                <a:hlinkClick r:id="rId16" action="ppaction://hlinksldjump"/>
              </a:rPr>
              <a:t>Conclusion</a:t>
            </a:r>
            <a:r>
              <a:rPr dirty="0" sz="550" spc="500">
                <a:solidFill>
                  <a:srgbClr val="585B66"/>
                </a:solidFill>
                <a:latin typeface="Arial"/>
                <a:cs typeface="Arial"/>
              </a:rPr>
              <a:t> </a:t>
            </a:r>
            <a:r>
              <a:rPr dirty="0" sz="550">
                <a:solidFill>
                  <a:srgbClr val="585B66"/>
                </a:solidFill>
                <a:latin typeface="Arial"/>
                <a:cs typeface="Arial"/>
                <a:hlinkClick r:id="rId17" action="ppaction://hlinksldjump"/>
              </a:rPr>
              <a:t>Future</a:t>
            </a:r>
            <a:r>
              <a:rPr dirty="0" sz="550" spc="120">
                <a:solidFill>
                  <a:srgbClr val="585B66"/>
                </a:solidFill>
                <a:latin typeface="Arial"/>
                <a:cs typeface="Arial"/>
                <a:hlinkClick r:id="rId17" action="ppaction://hlinksldjump"/>
              </a:rPr>
              <a:t> </a:t>
            </a:r>
            <a:r>
              <a:rPr dirty="0" sz="550" spc="-10">
                <a:solidFill>
                  <a:srgbClr val="585B66"/>
                </a:solidFill>
                <a:latin typeface="Arial"/>
                <a:cs typeface="Arial"/>
                <a:hlinkClick r:id="rId17" action="ppaction://hlinksldjump"/>
              </a:rPr>
              <a:t>Scope</a:t>
            </a:r>
            <a:endParaRPr sz="550">
              <a:latin typeface="Arial"/>
              <a:cs typeface="Arial"/>
            </a:endParaRPr>
          </a:p>
          <a:p>
            <a:pPr marL="28575">
              <a:lnSpc>
                <a:spcPct val="100000"/>
              </a:lnSpc>
              <a:spcBef>
                <a:spcPts val="365"/>
              </a:spcBef>
            </a:pPr>
            <a:r>
              <a:rPr dirty="0" sz="550" spc="-10">
                <a:solidFill>
                  <a:srgbClr val="585B66"/>
                </a:solidFill>
                <a:latin typeface="Arial"/>
                <a:cs typeface="Arial"/>
                <a:hlinkClick r:id="rId18" action="ppaction://hlinksldjump"/>
              </a:rPr>
              <a:t>References</a:t>
            </a:r>
            <a:endParaRPr sz="550">
              <a:latin typeface="Arial"/>
              <a:cs typeface="Arial"/>
            </a:endParaRPr>
          </a:p>
        </p:txBody>
      </p:sp>
      <p:pic>
        <p:nvPicPr>
          <p:cNvPr id="8" name="object 8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1589866" y="637059"/>
            <a:ext cx="3750219" cy="2353624"/>
          </a:xfrm>
          <a:prstGeom prst="rect">
            <a:avLst/>
          </a:prstGeom>
        </p:spPr>
      </p:pic>
    </p:spTree>
  </p:cSld>
  <p:clrMapOvr>
    <a:masterClrMapping/>
  </p:clrMapOvr>
  <p:transition spd="fast">
    <p:cut thruBlk="0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Data</a:t>
            </a:r>
            <a:r>
              <a:rPr dirty="0" spc="65"/>
              <a:t> </a:t>
            </a:r>
            <a:r>
              <a:rPr dirty="0"/>
              <a:t>Flow</a:t>
            </a:r>
            <a:r>
              <a:rPr dirty="0" spc="60"/>
              <a:t> </a:t>
            </a:r>
            <a:r>
              <a:rPr dirty="0"/>
              <a:t>Diagram</a:t>
            </a:r>
            <a:r>
              <a:rPr dirty="0" spc="65"/>
              <a:t> </a:t>
            </a:r>
            <a:r>
              <a:rPr dirty="0"/>
              <a:t>-</a:t>
            </a:r>
            <a:r>
              <a:rPr dirty="0" spc="65"/>
              <a:t> </a:t>
            </a:r>
            <a:r>
              <a:rPr dirty="0"/>
              <a:t>Level</a:t>
            </a:r>
            <a:r>
              <a:rPr dirty="0" spc="65"/>
              <a:t> </a:t>
            </a:r>
            <a:r>
              <a:rPr dirty="0" spc="-50"/>
              <a:t>1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5256733" y="217041"/>
            <a:ext cx="264160" cy="126364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650">
                <a:solidFill>
                  <a:srgbClr val="787D86"/>
                </a:solidFill>
                <a:latin typeface="Arial"/>
                <a:cs typeface="Arial"/>
              </a:rPr>
              <a:t>10</a:t>
            </a:r>
            <a:r>
              <a:rPr dirty="0" sz="650" spc="-65">
                <a:solidFill>
                  <a:srgbClr val="787D86"/>
                </a:solidFill>
                <a:latin typeface="Arial"/>
                <a:cs typeface="Arial"/>
              </a:rPr>
              <a:t> </a:t>
            </a:r>
            <a:r>
              <a:rPr dirty="0" sz="650">
                <a:solidFill>
                  <a:srgbClr val="787D86"/>
                </a:solidFill>
                <a:latin typeface="Arial"/>
                <a:cs typeface="Arial"/>
              </a:rPr>
              <a:t>/</a:t>
            </a:r>
            <a:r>
              <a:rPr dirty="0" sz="650" spc="-65">
                <a:solidFill>
                  <a:srgbClr val="787D86"/>
                </a:solidFill>
                <a:latin typeface="Arial"/>
                <a:cs typeface="Arial"/>
              </a:rPr>
              <a:t> </a:t>
            </a:r>
            <a:r>
              <a:rPr dirty="0" sz="650" spc="-25">
                <a:solidFill>
                  <a:srgbClr val="787D86"/>
                </a:solidFill>
                <a:latin typeface="Arial"/>
                <a:cs typeface="Arial"/>
              </a:rPr>
              <a:t>24</a:t>
            </a:r>
            <a:endParaRPr sz="650">
              <a:latin typeface="Arial"/>
              <a:cs typeface="Arial"/>
            </a:endParaRPr>
          </a:p>
        </p:txBody>
      </p:sp>
      <p:grpSp>
        <p:nvGrpSpPr>
          <p:cNvPr id="2" name="object 2"/>
          <p:cNvGrpSpPr/>
          <p:nvPr/>
        </p:nvGrpSpPr>
        <p:grpSpPr>
          <a:xfrm>
            <a:off x="0" y="1467129"/>
            <a:ext cx="1146175" cy="128905"/>
            <a:chOff x="0" y="1467129"/>
            <a:chExt cx="1146175" cy="128905"/>
          </a:xfrm>
        </p:grpSpPr>
        <p:sp>
          <p:nvSpPr>
            <p:cNvPr id="3" name="object 3"/>
            <p:cNvSpPr/>
            <p:nvPr/>
          </p:nvSpPr>
          <p:spPr>
            <a:xfrm>
              <a:off x="0" y="1467129"/>
              <a:ext cx="20320" cy="128905"/>
            </a:xfrm>
            <a:custGeom>
              <a:avLst/>
              <a:gdLst/>
              <a:ahLst/>
              <a:cxnLst/>
              <a:rect l="l" t="t" r="r" b="b"/>
              <a:pathLst>
                <a:path w="20320" h="128905">
                  <a:moveTo>
                    <a:pt x="20243" y="0"/>
                  </a:moveTo>
                  <a:lnTo>
                    <a:pt x="0" y="0"/>
                  </a:lnTo>
                  <a:lnTo>
                    <a:pt x="0" y="128701"/>
                  </a:lnTo>
                  <a:lnTo>
                    <a:pt x="20243" y="128701"/>
                  </a:lnTo>
                  <a:lnTo>
                    <a:pt x="20243" y="0"/>
                  </a:lnTo>
                  <a:close/>
                </a:path>
              </a:pathLst>
            </a:custGeom>
            <a:solidFill>
              <a:srgbClr val="0B4CB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20243" y="1467129"/>
              <a:ext cx="1125855" cy="128905"/>
            </a:xfrm>
            <a:custGeom>
              <a:avLst/>
              <a:gdLst/>
              <a:ahLst/>
              <a:cxnLst/>
              <a:rect l="l" t="t" r="r" b="b"/>
              <a:pathLst>
                <a:path w="1125855" h="128905">
                  <a:moveTo>
                    <a:pt x="1125423" y="0"/>
                  </a:moveTo>
                  <a:lnTo>
                    <a:pt x="0" y="0"/>
                  </a:lnTo>
                  <a:lnTo>
                    <a:pt x="0" y="128701"/>
                  </a:lnTo>
                  <a:lnTo>
                    <a:pt x="1125423" y="128701"/>
                  </a:lnTo>
                  <a:lnTo>
                    <a:pt x="1125423" y="0"/>
                  </a:lnTo>
                  <a:close/>
                </a:path>
              </a:pathLst>
            </a:custGeom>
            <a:solidFill>
              <a:srgbClr val="DCE5F7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/>
          <p:cNvSpPr txBox="1"/>
          <p:nvPr/>
        </p:nvSpPr>
        <p:spPr>
          <a:xfrm>
            <a:off x="20243" y="906851"/>
            <a:ext cx="1125855" cy="231775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8575" marR="452120">
              <a:lnSpc>
                <a:spcPct val="150500"/>
              </a:lnSpc>
              <a:spcBef>
                <a:spcPts val="95"/>
              </a:spcBef>
            </a:pPr>
            <a:r>
              <a:rPr dirty="0" sz="550" spc="-10">
                <a:solidFill>
                  <a:srgbClr val="585B66"/>
                </a:solidFill>
                <a:latin typeface="Arial"/>
                <a:cs typeface="Arial"/>
                <a:hlinkClick r:id="rId2" action="ppaction://hlinksldjump"/>
              </a:rPr>
              <a:t>Introduction</a:t>
            </a:r>
            <a:r>
              <a:rPr dirty="0" sz="550" spc="500">
                <a:solidFill>
                  <a:srgbClr val="585B66"/>
                </a:solidFill>
                <a:latin typeface="Arial"/>
                <a:cs typeface="Arial"/>
              </a:rPr>
              <a:t> </a:t>
            </a:r>
            <a:r>
              <a:rPr dirty="0" sz="550">
                <a:solidFill>
                  <a:srgbClr val="585B66"/>
                </a:solidFill>
                <a:latin typeface="Arial"/>
                <a:cs typeface="Arial"/>
                <a:hlinkClick r:id="rId3" action="ppaction://hlinksldjump"/>
              </a:rPr>
              <a:t>Problem</a:t>
            </a:r>
            <a:r>
              <a:rPr dirty="0" sz="550" spc="125">
                <a:solidFill>
                  <a:srgbClr val="585B66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dirty="0" sz="550" spc="-10">
                <a:solidFill>
                  <a:srgbClr val="585B66"/>
                </a:solidFill>
                <a:latin typeface="Arial"/>
                <a:cs typeface="Arial"/>
                <a:hlinkClick r:id="rId3" action="ppaction://hlinksldjump"/>
              </a:rPr>
              <a:t>Statement</a:t>
            </a:r>
            <a:r>
              <a:rPr dirty="0" sz="550" spc="500">
                <a:solidFill>
                  <a:srgbClr val="585B66"/>
                </a:solidFill>
                <a:latin typeface="Arial"/>
                <a:cs typeface="Arial"/>
              </a:rPr>
              <a:t> </a:t>
            </a:r>
            <a:r>
              <a:rPr dirty="0" sz="550" spc="10">
                <a:solidFill>
                  <a:srgbClr val="585B66"/>
                </a:solidFill>
                <a:latin typeface="Arial"/>
                <a:cs typeface="Arial"/>
                <a:hlinkClick r:id="rId4" action="ppaction://hlinksldjump"/>
              </a:rPr>
              <a:t>Literature</a:t>
            </a:r>
            <a:r>
              <a:rPr dirty="0" sz="550" spc="70">
                <a:solidFill>
                  <a:srgbClr val="585B66"/>
                </a:solidFill>
                <a:latin typeface="Arial"/>
                <a:cs typeface="Arial"/>
                <a:hlinkClick r:id="rId4" action="ppaction://hlinksldjump"/>
              </a:rPr>
              <a:t> </a:t>
            </a:r>
            <a:r>
              <a:rPr dirty="0" sz="550" spc="-10">
                <a:solidFill>
                  <a:srgbClr val="585B66"/>
                </a:solidFill>
                <a:latin typeface="Arial"/>
                <a:cs typeface="Arial"/>
                <a:hlinkClick r:id="rId4" action="ppaction://hlinksldjump"/>
              </a:rPr>
              <a:t>Review</a:t>
            </a:r>
            <a:r>
              <a:rPr dirty="0" sz="550" spc="500">
                <a:solidFill>
                  <a:srgbClr val="585B66"/>
                </a:solidFill>
                <a:latin typeface="Arial"/>
                <a:cs typeface="Arial"/>
              </a:rPr>
              <a:t> </a:t>
            </a:r>
            <a:r>
              <a:rPr dirty="0" sz="550" spc="10">
                <a:solidFill>
                  <a:srgbClr val="585B66"/>
                </a:solidFill>
                <a:latin typeface="Arial"/>
                <a:cs typeface="Arial"/>
                <a:hlinkClick r:id="rId5" action="ppaction://hlinksldjump"/>
              </a:rPr>
              <a:t>Proposed</a:t>
            </a:r>
            <a:r>
              <a:rPr dirty="0" sz="550" spc="114">
                <a:solidFill>
                  <a:srgbClr val="585B66"/>
                </a:solidFill>
                <a:latin typeface="Arial"/>
                <a:cs typeface="Arial"/>
                <a:hlinkClick r:id="rId5" action="ppaction://hlinksldjump"/>
              </a:rPr>
              <a:t> </a:t>
            </a:r>
            <a:r>
              <a:rPr dirty="0" sz="550" spc="-10">
                <a:solidFill>
                  <a:srgbClr val="585B66"/>
                </a:solidFill>
                <a:latin typeface="Arial"/>
                <a:cs typeface="Arial"/>
                <a:hlinkClick r:id="rId5" action="ppaction://hlinksldjump"/>
              </a:rPr>
              <a:t>Solution</a:t>
            </a:r>
            <a:endParaRPr sz="550">
              <a:latin typeface="Arial"/>
              <a:cs typeface="Arial"/>
            </a:endParaRPr>
          </a:p>
          <a:p>
            <a:pPr marL="28575">
              <a:lnSpc>
                <a:spcPct val="100000"/>
              </a:lnSpc>
              <a:spcBef>
                <a:spcPts val="450"/>
              </a:spcBef>
            </a:pPr>
            <a:r>
              <a:rPr dirty="0" sz="550">
                <a:solidFill>
                  <a:srgbClr val="0B4CB2"/>
                </a:solidFill>
                <a:latin typeface="Arial"/>
                <a:cs typeface="Arial"/>
                <a:hlinkClick r:id="rId6" action="ppaction://hlinksldjump"/>
              </a:rPr>
              <a:t>System</a:t>
            </a:r>
            <a:r>
              <a:rPr dirty="0" sz="550" spc="135">
                <a:solidFill>
                  <a:srgbClr val="0B4CB2"/>
                </a:solidFill>
                <a:latin typeface="Arial"/>
                <a:cs typeface="Arial"/>
                <a:hlinkClick r:id="rId6" action="ppaction://hlinksldjump"/>
              </a:rPr>
              <a:t> </a:t>
            </a:r>
            <a:r>
              <a:rPr dirty="0" sz="550" spc="-10">
                <a:solidFill>
                  <a:srgbClr val="0B4CB2"/>
                </a:solidFill>
                <a:latin typeface="Arial"/>
                <a:cs typeface="Arial"/>
                <a:hlinkClick r:id="rId6" action="ppaction://hlinksldjump"/>
              </a:rPr>
              <a:t>Architecture</a:t>
            </a:r>
            <a:endParaRPr sz="550">
              <a:latin typeface="Arial"/>
              <a:cs typeface="Arial"/>
            </a:endParaRPr>
          </a:p>
          <a:p>
            <a:pPr marL="141605">
              <a:lnSpc>
                <a:spcPct val="100000"/>
              </a:lnSpc>
              <a:spcBef>
                <a:spcPts val="325"/>
              </a:spcBef>
            </a:pPr>
            <a:r>
              <a:rPr dirty="0" sz="500" spc="-10">
                <a:solidFill>
                  <a:srgbClr val="585B66"/>
                </a:solidFill>
                <a:latin typeface="Arial"/>
                <a:cs typeface="Arial"/>
                <a:hlinkClick r:id="rId6" action="ppaction://hlinksldjump"/>
              </a:rPr>
              <a:t>Architecture</a:t>
            </a:r>
            <a:endParaRPr sz="500">
              <a:latin typeface="Arial"/>
              <a:cs typeface="Arial"/>
            </a:endParaRPr>
          </a:p>
          <a:p>
            <a:pPr marL="141605">
              <a:lnSpc>
                <a:spcPct val="100000"/>
              </a:lnSpc>
              <a:spcBef>
                <a:spcPts val="204"/>
              </a:spcBef>
            </a:pPr>
            <a:r>
              <a:rPr dirty="0" sz="500">
                <a:solidFill>
                  <a:srgbClr val="585B66"/>
                </a:solidFill>
                <a:latin typeface="Arial"/>
                <a:cs typeface="Arial"/>
                <a:hlinkClick r:id="rId7" action="ppaction://hlinksldjump"/>
              </a:rPr>
              <a:t>Use</a:t>
            </a:r>
            <a:r>
              <a:rPr dirty="0" sz="500" spc="65">
                <a:solidFill>
                  <a:srgbClr val="585B66"/>
                </a:solidFill>
                <a:latin typeface="Arial"/>
                <a:cs typeface="Arial"/>
                <a:hlinkClick r:id="rId7" action="ppaction://hlinksldjump"/>
              </a:rPr>
              <a:t> </a:t>
            </a:r>
            <a:r>
              <a:rPr dirty="0" sz="500">
                <a:solidFill>
                  <a:srgbClr val="585B66"/>
                </a:solidFill>
                <a:latin typeface="Arial"/>
                <a:cs typeface="Arial"/>
                <a:hlinkClick r:id="rId7" action="ppaction://hlinksldjump"/>
              </a:rPr>
              <a:t>Case</a:t>
            </a:r>
            <a:r>
              <a:rPr dirty="0" sz="500" spc="65">
                <a:solidFill>
                  <a:srgbClr val="585B66"/>
                </a:solidFill>
                <a:latin typeface="Arial"/>
                <a:cs typeface="Arial"/>
                <a:hlinkClick r:id="rId7" action="ppaction://hlinksldjump"/>
              </a:rPr>
              <a:t> </a:t>
            </a:r>
            <a:r>
              <a:rPr dirty="0" sz="500" spc="-10">
                <a:solidFill>
                  <a:srgbClr val="585B66"/>
                </a:solidFill>
                <a:latin typeface="Arial"/>
                <a:cs typeface="Arial"/>
                <a:hlinkClick r:id="rId7" action="ppaction://hlinksldjump"/>
              </a:rPr>
              <a:t>Diagram</a:t>
            </a:r>
            <a:endParaRPr sz="500">
              <a:latin typeface="Arial"/>
              <a:cs typeface="Arial"/>
            </a:endParaRPr>
          </a:p>
          <a:p>
            <a:pPr marL="141605">
              <a:lnSpc>
                <a:spcPct val="100000"/>
              </a:lnSpc>
              <a:spcBef>
                <a:spcPts val="204"/>
              </a:spcBef>
            </a:pPr>
            <a:r>
              <a:rPr dirty="0" sz="500">
                <a:solidFill>
                  <a:srgbClr val="585B66"/>
                </a:solidFill>
                <a:latin typeface="Arial"/>
                <a:cs typeface="Arial"/>
                <a:hlinkClick r:id="rId8" action="ppaction://hlinksldjump"/>
              </a:rPr>
              <a:t>Data</a:t>
            </a:r>
            <a:r>
              <a:rPr dirty="0" sz="500" spc="60">
                <a:solidFill>
                  <a:srgbClr val="585B66"/>
                </a:solidFill>
                <a:latin typeface="Arial"/>
                <a:cs typeface="Arial"/>
                <a:hlinkClick r:id="rId8" action="ppaction://hlinksldjump"/>
              </a:rPr>
              <a:t> </a:t>
            </a:r>
            <a:r>
              <a:rPr dirty="0" sz="500">
                <a:solidFill>
                  <a:srgbClr val="585B66"/>
                </a:solidFill>
                <a:latin typeface="Arial"/>
                <a:cs typeface="Arial"/>
                <a:hlinkClick r:id="rId8" action="ppaction://hlinksldjump"/>
              </a:rPr>
              <a:t>Flow</a:t>
            </a:r>
            <a:r>
              <a:rPr dirty="0" sz="500" spc="60">
                <a:solidFill>
                  <a:srgbClr val="585B66"/>
                </a:solidFill>
                <a:latin typeface="Arial"/>
                <a:cs typeface="Arial"/>
                <a:hlinkClick r:id="rId8" action="ppaction://hlinksldjump"/>
              </a:rPr>
              <a:t> </a:t>
            </a:r>
            <a:r>
              <a:rPr dirty="0" sz="500">
                <a:solidFill>
                  <a:srgbClr val="585B66"/>
                </a:solidFill>
                <a:latin typeface="Arial"/>
                <a:cs typeface="Arial"/>
                <a:hlinkClick r:id="rId8" action="ppaction://hlinksldjump"/>
              </a:rPr>
              <a:t>Diagram</a:t>
            </a:r>
            <a:r>
              <a:rPr dirty="0" sz="500" spc="60">
                <a:solidFill>
                  <a:srgbClr val="585B66"/>
                </a:solidFill>
                <a:latin typeface="Arial"/>
                <a:cs typeface="Arial"/>
                <a:hlinkClick r:id="rId8" action="ppaction://hlinksldjump"/>
              </a:rPr>
              <a:t> </a:t>
            </a:r>
            <a:r>
              <a:rPr dirty="0" sz="500">
                <a:solidFill>
                  <a:srgbClr val="585B66"/>
                </a:solidFill>
                <a:latin typeface="Arial"/>
                <a:cs typeface="Arial"/>
                <a:hlinkClick r:id="rId8" action="ppaction://hlinksldjump"/>
              </a:rPr>
              <a:t>-</a:t>
            </a:r>
            <a:r>
              <a:rPr dirty="0" sz="500" spc="60">
                <a:solidFill>
                  <a:srgbClr val="585B66"/>
                </a:solidFill>
                <a:latin typeface="Arial"/>
                <a:cs typeface="Arial"/>
                <a:hlinkClick r:id="rId8" action="ppaction://hlinksldjump"/>
              </a:rPr>
              <a:t> </a:t>
            </a:r>
            <a:r>
              <a:rPr dirty="0" sz="500">
                <a:solidFill>
                  <a:srgbClr val="585B66"/>
                </a:solidFill>
                <a:latin typeface="Arial"/>
                <a:cs typeface="Arial"/>
                <a:hlinkClick r:id="rId8" action="ppaction://hlinksldjump"/>
              </a:rPr>
              <a:t>Level</a:t>
            </a:r>
            <a:r>
              <a:rPr dirty="0" sz="500" spc="60">
                <a:solidFill>
                  <a:srgbClr val="585B66"/>
                </a:solidFill>
                <a:latin typeface="Arial"/>
                <a:cs typeface="Arial"/>
                <a:hlinkClick r:id="rId8" action="ppaction://hlinksldjump"/>
              </a:rPr>
              <a:t> </a:t>
            </a:r>
            <a:r>
              <a:rPr dirty="0" sz="500" spc="-50">
                <a:solidFill>
                  <a:srgbClr val="585B66"/>
                </a:solidFill>
                <a:latin typeface="Arial"/>
                <a:cs typeface="Arial"/>
                <a:hlinkClick r:id="rId8" action="ppaction://hlinksldjump"/>
              </a:rPr>
              <a:t>0</a:t>
            </a:r>
            <a:endParaRPr sz="500">
              <a:latin typeface="Arial"/>
              <a:cs typeface="Arial"/>
            </a:endParaRPr>
          </a:p>
          <a:p>
            <a:pPr marL="141605">
              <a:lnSpc>
                <a:spcPct val="100000"/>
              </a:lnSpc>
              <a:spcBef>
                <a:spcPts val="209"/>
              </a:spcBef>
            </a:pPr>
            <a:r>
              <a:rPr dirty="0" sz="500" b="1">
                <a:solidFill>
                  <a:srgbClr val="0B4CB2"/>
                </a:solidFill>
                <a:latin typeface="Arial"/>
                <a:cs typeface="Arial"/>
                <a:hlinkClick r:id="rId9" action="ppaction://hlinksldjump"/>
              </a:rPr>
              <a:t>Data</a:t>
            </a:r>
            <a:r>
              <a:rPr dirty="0" sz="500" spc="65" b="1">
                <a:solidFill>
                  <a:srgbClr val="0B4CB2"/>
                </a:solidFill>
                <a:latin typeface="Arial"/>
                <a:cs typeface="Arial"/>
                <a:hlinkClick r:id="rId9" action="ppaction://hlinksldjump"/>
              </a:rPr>
              <a:t> </a:t>
            </a:r>
            <a:r>
              <a:rPr dirty="0" sz="500" b="1">
                <a:solidFill>
                  <a:srgbClr val="0B4CB2"/>
                </a:solidFill>
                <a:latin typeface="Arial"/>
                <a:cs typeface="Arial"/>
                <a:hlinkClick r:id="rId9" action="ppaction://hlinksldjump"/>
              </a:rPr>
              <a:t>Flow</a:t>
            </a:r>
            <a:r>
              <a:rPr dirty="0" sz="500" spc="70" b="1">
                <a:solidFill>
                  <a:srgbClr val="0B4CB2"/>
                </a:solidFill>
                <a:latin typeface="Arial"/>
                <a:cs typeface="Arial"/>
                <a:hlinkClick r:id="rId9" action="ppaction://hlinksldjump"/>
              </a:rPr>
              <a:t> </a:t>
            </a:r>
            <a:r>
              <a:rPr dirty="0" sz="500" b="1">
                <a:solidFill>
                  <a:srgbClr val="0B4CB2"/>
                </a:solidFill>
                <a:latin typeface="Arial"/>
                <a:cs typeface="Arial"/>
                <a:hlinkClick r:id="rId9" action="ppaction://hlinksldjump"/>
              </a:rPr>
              <a:t>Diagram</a:t>
            </a:r>
            <a:r>
              <a:rPr dirty="0" sz="500" spc="70" b="1">
                <a:solidFill>
                  <a:srgbClr val="0B4CB2"/>
                </a:solidFill>
                <a:latin typeface="Arial"/>
                <a:cs typeface="Arial"/>
                <a:hlinkClick r:id="rId9" action="ppaction://hlinksldjump"/>
              </a:rPr>
              <a:t> </a:t>
            </a:r>
            <a:r>
              <a:rPr dirty="0" sz="500" b="1">
                <a:solidFill>
                  <a:srgbClr val="0B4CB2"/>
                </a:solidFill>
                <a:latin typeface="Arial"/>
                <a:cs typeface="Arial"/>
                <a:hlinkClick r:id="rId9" action="ppaction://hlinksldjump"/>
              </a:rPr>
              <a:t>-</a:t>
            </a:r>
            <a:r>
              <a:rPr dirty="0" sz="500" spc="65" b="1">
                <a:solidFill>
                  <a:srgbClr val="0B4CB2"/>
                </a:solidFill>
                <a:latin typeface="Arial"/>
                <a:cs typeface="Arial"/>
                <a:hlinkClick r:id="rId9" action="ppaction://hlinksldjump"/>
              </a:rPr>
              <a:t> </a:t>
            </a:r>
            <a:r>
              <a:rPr dirty="0" sz="500" b="1">
                <a:solidFill>
                  <a:srgbClr val="0B4CB2"/>
                </a:solidFill>
                <a:latin typeface="Arial"/>
                <a:cs typeface="Arial"/>
                <a:hlinkClick r:id="rId9" action="ppaction://hlinksldjump"/>
              </a:rPr>
              <a:t>Level</a:t>
            </a:r>
            <a:r>
              <a:rPr dirty="0" sz="500" spc="70" b="1">
                <a:solidFill>
                  <a:srgbClr val="0B4CB2"/>
                </a:solidFill>
                <a:latin typeface="Arial"/>
                <a:cs typeface="Arial"/>
                <a:hlinkClick r:id="rId9" action="ppaction://hlinksldjump"/>
              </a:rPr>
              <a:t> </a:t>
            </a:r>
            <a:r>
              <a:rPr dirty="0" sz="500" spc="-50" b="1">
                <a:solidFill>
                  <a:srgbClr val="0B4CB2"/>
                </a:solidFill>
                <a:latin typeface="Arial"/>
                <a:cs typeface="Arial"/>
                <a:hlinkClick r:id="rId9" action="ppaction://hlinksldjump"/>
              </a:rPr>
              <a:t>1</a:t>
            </a:r>
            <a:endParaRPr sz="500">
              <a:latin typeface="Arial"/>
              <a:cs typeface="Arial"/>
            </a:endParaRPr>
          </a:p>
          <a:p>
            <a:pPr marL="28575">
              <a:lnSpc>
                <a:spcPct val="100000"/>
              </a:lnSpc>
              <a:spcBef>
                <a:spcPts val="325"/>
              </a:spcBef>
            </a:pPr>
            <a:r>
              <a:rPr dirty="0" sz="550" spc="-10">
                <a:solidFill>
                  <a:srgbClr val="585B66"/>
                </a:solidFill>
                <a:latin typeface="Arial"/>
                <a:cs typeface="Arial"/>
                <a:hlinkClick r:id="rId10" action="ppaction://hlinksldjump"/>
              </a:rPr>
              <a:t>Methodology</a:t>
            </a:r>
            <a:endParaRPr sz="550">
              <a:latin typeface="Arial"/>
              <a:cs typeface="Arial"/>
            </a:endParaRPr>
          </a:p>
          <a:p>
            <a:pPr marL="28575">
              <a:lnSpc>
                <a:spcPct val="100000"/>
              </a:lnSpc>
              <a:spcBef>
                <a:spcPts val="445"/>
              </a:spcBef>
            </a:pPr>
            <a:r>
              <a:rPr dirty="0" sz="550" spc="10">
                <a:solidFill>
                  <a:srgbClr val="585B66"/>
                </a:solidFill>
                <a:latin typeface="Arial"/>
                <a:cs typeface="Arial"/>
                <a:hlinkClick r:id="rId11" action="ppaction://hlinksldjump"/>
              </a:rPr>
              <a:t>Functional</a:t>
            </a:r>
            <a:r>
              <a:rPr dirty="0" sz="550" spc="85">
                <a:solidFill>
                  <a:srgbClr val="585B66"/>
                </a:solidFill>
                <a:latin typeface="Arial"/>
                <a:cs typeface="Arial"/>
                <a:hlinkClick r:id="rId11" action="ppaction://hlinksldjump"/>
              </a:rPr>
              <a:t> </a:t>
            </a:r>
            <a:r>
              <a:rPr dirty="0" sz="550" spc="-10">
                <a:solidFill>
                  <a:srgbClr val="585B66"/>
                </a:solidFill>
                <a:latin typeface="Arial"/>
                <a:cs typeface="Arial"/>
                <a:hlinkClick r:id="rId11" action="ppaction://hlinksldjump"/>
              </a:rPr>
              <a:t>Requirements</a:t>
            </a:r>
            <a:endParaRPr sz="550">
              <a:latin typeface="Arial"/>
              <a:cs typeface="Arial"/>
            </a:endParaRPr>
          </a:p>
          <a:p>
            <a:pPr marL="28575" marR="98425">
              <a:lnSpc>
                <a:spcPct val="166600"/>
              </a:lnSpc>
            </a:pPr>
            <a:r>
              <a:rPr dirty="0" sz="550" spc="10">
                <a:solidFill>
                  <a:srgbClr val="585B66"/>
                </a:solidFill>
                <a:latin typeface="Arial"/>
                <a:cs typeface="Arial"/>
                <a:hlinkClick r:id="rId12" action="ppaction://hlinksldjump"/>
              </a:rPr>
              <a:t>Non-Functional</a:t>
            </a:r>
            <a:r>
              <a:rPr dirty="0" sz="550" spc="125">
                <a:solidFill>
                  <a:srgbClr val="585B66"/>
                </a:solidFill>
                <a:latin typeface="Arial"/>
                <a:cs typeface="Arial"/>
                <a:hlinkClick r:id="rId12" action="ppaction://hlinksldjump"/>
              </a:rPr>
              <a:t> </a:t>
            </a:r>
            <a:r>
              <a:rPr dirty="0" sz="550" spc="-10">
                <a:solidFill>
                  <a:srgbClr val="585B66"/>
                </a:solidFill>
                <a:latin typeface="Arial"/>
                <a:cs typeface="Arial"/>
                <a:hlinkClick r:id="rId12" action="ppaction://hlinksldjump"/>
              </a:rPr>
              <a:t>Requirements</a:t>
            </a:r>
            <a:r>
              <a:rPr dirty="0" sz="550" spc="500">
                <a:solidFill>
                  <a:srgbClr val="585B66"/>
                </a:solidFill>
                <a:latin typeface="Arial"/>
                <a:cs typeface="Arial"/>
              </a:rPr>
              <a:t> </a:t>
            </a:r>
            <a:r>
              <a:rPr dirty="0" sz="550">
                <a:solidFill>
                  <a:srgbClr val="585B66"/>
                </a:solidFill>
                <a:latin typeface="Arial"/>
                <a:cs typeface="Arial"/>
                <a:hlinkClick r:id="rId13" action="ppaction://hlinksldjump"/>
              </a:rPr>
              <a:t>Hardware</a:t>
            </a:r>
            <a:r>
              <a:rPr dirty="0" sz="550" spc="150">
                <a:solidFill>
                  <a:srgbClr val="585B66"/>
                </a:solidFill>
                <a:latin typeface="Arial"/>
                <a:cs typeface="Arial"/>
                <a:hlinkClick r:id="rId13" action="ppaction://hlinksldjump"/>
              </a:rPr>
              <a:t> </a:t>
            </a:r>
            <a:r>
              <a:rPr dirty="0" sz="550" spc="-10">
                <a:solidFill>
                  <a:srgbClr val="585B66"/>
                </a:solidFill>
                <a:latin typeface="Arial"/>
                <a:cs typeface="Arial"/>
                <a:hlinkClick r:id="rId13" action="ppaction://hlinksldjump"/>
              </a:rPr>
              <a:t>Requirements</a:t>
            </a:r>
            <a:endParaRPr sz="550">
              <a:latin typeface="Arial"/>
              <a:cs typeface="Arial"/>
            </a:endParaRPr>
          </a:p>
          <a:p>
            <a:pPr marL="28575" marR="311150">
              <a:lnSpc>
                <a:spcPct val="166600"/>
              </a:lnSpc>
              <a:spcBef>
                <a:spcPts val="15"/>
              </a:spcBef>
            </a:pPr>
            <a:r>
              <a:rPr dirty="0" sz="550">
                <a:solidFill>
                  <a:srgbClr val="585B66"/>
                </a:solidFill>
                <a:latin typeface="Arial"/>
                <a:cs typeface="Arial"/>
                <a:hlinkClick r:id="rId14" action="ppaction://hlinksldjump"/>
              </a:rPr>
              <a:t>Software</a:t>
            </a:r>
            <a:r>
              <a:rPr dirty="0" sz="550" spc="150">
                <a:solidFill>
                  <a:srgbClr val="585B66"/>
                </a:solidFill>
                <a:latin typeface="Arial"/>
                <a:cs typeface="Arial"/>
                <a:hlinkClick r:id="rId14" action="ppaction://hlinksldjump"/>
              </a:rPr>
              <a:t> </a:t>
            </a:r>
            <a:r>
              <a:rPr dirty="0" sz="550" spc="-10">
                <a:solidFill>
                  <a:srgbClr val="585B66"/>
                </a:solidFill>
                <a:latin typeface="Arial"/>
                <a:cs typeface="Arial"/>
                <a:hlinkClick r:id="rId14" action="ppaction://hlinksldjump"/>
              </a:rPr>
              <a:t>Requirements</a:t>
            </a:r>
            <a:r>
              <a:rPr dirty="0" sz="550" spc="500">
                <a:solidFill>
                  <a:srgbClr val="585B66"/>
                </a:solidFill>
                <a:latin typeface="Arial"/>
                <a:cs typeface="Arial"/>
              </a:rPr>
              <a:t> </a:t>
            </a:r>
            <a:r>
              <a:rPr dirty="0" sz="550" spc="-10">
                <a:solidFill>
                  <a:srgbClr val="585B66"/>
                </a:solidFill>
                <a:latin typeface="Arial"/>
                <a:cs typeface="Arial"/>
                <a:hlinkClick r:id="rId15" action="ppaction://hlinksldjump"/>
              </a:rPr>
              <a:t>Result</a:t>
            </a:r>
            <a:endParaRPr sz="550">
              <a:latin typeface="Arial"/>
              <a:cs typeface="Arial"/>
            </a:endParaRPr>
          </a:p>
          <a:p>
            <a:pPr marL="28575" marR="640715">
              <a:lnSpc>
                <a:spcPts val="1000"/>
              </a:lnSpc>
              <a:spcBef>
                <a:spcPts val="85"/>
              </a:spcBef>
            </a:pPr>
            <a:r>
              <a:rPr dirty="0" sz="550" spc="-10">
                <a:solidFill>
                  <a:srgbClr val="585B66"/>
                </a:solidFill>
                <a:latin typeface="Arial"/>
                <a:cs typeface="Arial"/>
                <a:hlinkClick r:id="rId16" action="ppaction://hlinksldjump"/>
              </a:rPr>
              <a:t>Conclusion</a:t>
            </a:r>
            <a:r>
              <a:rPr dirty="0" sz="550" spc="500">
                <a:solidFill>
                  <a:srgbClr val="585B66"/>
                </a:solidFill>
                <a:latin typeface="Arial"/>
                <a:cs typeface="Arial"/>
              </a:rPr>
              <a:t> </a:t>
            </a:r>
            <a:r>
              <a:rPr dirty="0" sz="550">
                <a:solidFill>
                  <a:srgbClr val="585B66"/>
                </a:solidFill>
                <a:latin typeface="Arial"/>
                <a:cs typeface="Arial"/>
                <a:hlinkClick r:id="rId17" action="ppaction://hlinksldjump"/>
              </a:rPr>
              <a:t>Future</a:t>
            </a:r>
            <a:r>
              <a:rPr dirty="0" sz="550" spc="120">
                <a:solidFill>
                  <a:srgbClr val="585B66"/>
                </a:solidFill>
                <a:latin typeface="Arial"/>
                <a:cs typeface="Arial"/>
                <a:hlinkClick r:id="rId17" action="ppaction://hlinksldjump"/>
              </a:rPr>
              <a:t> </a:t>
            </a:r>
            <a:r>
              <a:rPr dirty="0" sz="550" spc="-10">
                <a:solidFill>
                  <a:srgbClr val="585B66"/>
                </a:solidFill>
                <a:latin typeface="Arial"/>
                <a:cs typeface="Arial"/>
                <a:hlinkClick r:id="rId17" action="ppaction://hlinksldjump"/>
              </a:rPr>
              <a:t>Scope</a:t>
            </a:r>
            <a:endParaRPr sz="550">
              <a:latin typeface="Arial"/>
              <a:cs typeface="Arial"/>
            </a:endParaRPr>
          </a:p>
          <a:p>
            <a:pPr marL="28575">
              <a:lnSpc>
                <a:spcPct val="100000"/>
              </a:lnSpc>
              <a:spcBef>
                <a:spcPts val="365"/>
              </a:spcBef>
            </a:pPr>
            <a:r>
              <a:rPr dirty="0" sz="550" spc="-10">
                <a:solidFill>
                  <a:srgbClr val="585B66"/>
                </a:solidFill>
                <a:latin typeface="Arial"/>
                <a:cs typeface="Arial"/>
                <a:hlinkClick r:id="rId18" action="ppaction://hlinksldjump"/>
              </a:rPr>
              <a:t>References</a:t>
            </a:r>
            <a:endParaRPr sz="550">
              <a:latin typeface="Arial"/>
              <a:cs typeface="Arial"/>
            </a:endParaRPr>
          </a:p>
        </p:txBody>
      </p:sp>
      <p:pic>
        <p:nvPicPr>
          <p:cNvPr id="8" name="object 8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1673756" y="683914"/>
            <a:ext cx="3582484" cy="2387329"/>
          </a:xfrm>
          <a:prstGeom prst="rect">
            <a:avLst/>
          </a:prstGeom>
        </p:spPr>
      </p:pic>
    </p:spTree>
  </p:cSld>
  <p:clrMapOvr>
    <a:masterClrMapping/>
  </p:clrMapOvr>
  <p:transition spd="fast">
    <p:cut thruBlk="0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pc="-10"/>
              <a:t>Methodology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5256733" y="217041"/>
            <a:ext cx="264160" cy="126364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650">
                <a:solidFill>
                  <a:srgbClr val="787D86"/>
                </a:solidFill>
                <a:latin typeface="Arial"/>
                <a:cs typeface="Arial"/>
              </a:rPr>
              <a:t>11</a:t>
            </a:r>
            <a:r>
              <a:rPr dirty="0" sz="650" spc="-65">
                <a:solidFill>
                  <a:srgbClr val="787D86"/>
                </a:solidFill>
                <a:latin typeface="Arial"/>
                <a:cs typeface="Arial"/>
              </a:rPr>
              <a:t> </a:t>
            </a:r>
            <a:r>
              <a:rPr dirty="0" sz="650">
                <a:solidFill>
                  <a:srgbClr val="787D86"/>
                </a:solidFill>
                <a:latin typeface="Arial"/>
                <a:cs typeface="Arial"/>
              </a:rPr>
              <a:t>/</a:t>
            </a:r>
            <a:r>
              <a:rPr dirty="0" sz="650" spc="-65">
                <a:solidFill>
                  <a:srgbClr val="787D86"/>
                </a:solidFill>
                <a:latin typeface="Arial"/>
                <a:cs typeface="Arial"/>
              </a:rPr>
              <a:t> </a:t>
            </a:r>
            <a:r>
              <a:rPr dirty="0" sz="650" spc="-25">
                <a:solidFill>
                  <a:srgbClr val="787D86"/>
                </a:solidFill>
                <a:latin typeface="Arial"/>
                <a:cs typeface="Arial"/>
              </a:rPr>
              <a:t>24</a:t>
            </a:r>
            <a:endParaRPr sz="650">
              <a:latin typeface="Arial"/>
              <a:cs typeface="Arial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36639" y="906851"/>
            <a:ext cx="692785" cy="67183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34925">
              <a:lnSpc>
                <a:spcPct val="150500"/>
              </a:lnSpc>
              <a:spcBef>
                <a:spcPts val="95"/>
              </a:spcBef>
            </a:pPr>
            <a:r>
              <a:rPr dirty="0" sz="550" spc="-10">
                <a:solidFill>
                  <a:srgbClr val="585B66"/>
                </a:solidFill>
                <a:latin typeface="Arial"/>
                <a:cs typeface="Arial"/>
                <a:hlinkClick r:id="rId2" action="ppaction://hlinksldjump"/>
              </a:rPr>
              <a:t>Introduction</a:t>
            </a:r>
            <a:r>
              <a:rPr dirty="0" sz="550" spc="500">
                <a:solidFill>
                  <a:srgbClr val="585B66"/>
                </a:solidFill>
                <a:latin typeface="Arial"/>
                <a:cs typeface="Arial"/>
              </a:rPr>
              <a:t> </a:t>
            </a:r>
            <a:r>
              <a:rPr dirty="0" sz="550">
                <a:solidFill>
                  <a:srgbClr val="585B66"/>
                </a:solidFill>
                <a:latin typeface="Arial"/>
                <a:cs typeface="Arial"/>
                <a:hlinkClick r:id="rId3" action="ppaction://hlinksldjump"/>
              </a:rPr>
              <a:t>Problem</a:t>
            </a:r>
            <a:r>
              <a:rPr dirty="0" sz="550" spc="125">
                <a:solidFill>
                  <a:srgbClr val="585B66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dirty="0" sz="550" spc="-10">
                <a:solidFill>
                  <a:srgbClr val="585B66"/>
                </a:solidFill>
                <a:latin typeface="Arial"/>
                <a:cs typeface="Arial"/>
                <a:hlinkClick r:id="rId3" action="ppaction://hlinksldjump"/>
              </a:rPr>
              <a:t>Statement</a:t>
            </a:r>
            <a:r>
              <a:rPr dirty="0" sz="550" spc="500">
                <a:solidFill>
                  <a:srgbClr val="585B66"/>
                </a:solidFill>
                <a:latin typeface="Arial"/>
                <a:cs typeface="Arial"/>
              </a:rPr>
              <a:t> </a:t>
            </a:r>
            <a:r>
              <a:rPr dirty="0" sz="550" spc="10">
                <a:solidFill>
                  <a:srgbClr val="585B66"/>
                </a:solidFill>
                <a:latin typeface="Arial"/>
                <a:cs typeface="Arial"/>
                <a:hlinkClick r:id="rId4" action="ppaction://hlinksldjump"/>
              </a:rPr>
              <a:t>Literature</a:t>
            </a:r>
            <a:r>
              <a:rPr dirty="0" sz="550" spc="70">
                <a:solidFill>
                  <a:srgbClr val="585B66"/>
                </a:solidFill>
                <a:latin typeface="Arial"/>
                <a:cs typeface="Arial"/>
                <a:hlinkClick r:id="rId4" action="ppaction://hlinksldjump"/>
              </a:rPr>
              <a:t> </a:t>
            </a:r>
            <a:r>
              <a:rPr dirty="0" sz="550" spc="-10">
                <a:solidFill>
                  <a:srgbClr val="585B66"/>
                </a:solidFill>
                <a:latin typeface="Arial"/>
                <a:cs typeface="Arial"/>
                <a:hlinkClick r:id="rId4" action="ppaction://hlinksldjump"/>
              </a:rPr>
              <a:t>Review</a:t>
            </a:r>
            <a:r>
              <a:rPr dirty="0" sz="550" spc="500">
                <a:solidFill>
                  <a:srgbClr val="585B66"/>
                </a:solidFill>
                <a:latin typeface="Arial"/>
                <a:cs typeface="Arial"/>
              </a:rPr>
              <a:t> </a:t>
            </a:r>
            <a:r>
              <a:rPr dirty="0" sz="550" spc="10">
                <a:solidFill>
                  <a:srgbClr val="585B66"/>
                </a:solidFill>
                <a:latin typeface="Arial"/>
                <a:cs typeface="Arial"/>
                <a:hlinkClick r:id="rId5" action="ppaction://hlinksldjump"/>
              </a:rPr>
              <a:t>Proposed</a:t>
            </a:r>
            <a:r>
              <a:rPr dirty="0" sz="550" spc="114">
                <a:solidFill>
                  <a:srgbClr val="585B66"/>
                </a:solidFill>
                <a:latin typeface="Arial"/>
                <a:cs typeface="Arial"/>
                <a:hlinkClick r:id="rId5" action="ppaction://hlinksldjump"/>
              </a:rPr>
              <a:t> </a:t>
            </a:r>
            <a:r>
              <a:rPr dirty="0" sz="550" spc="-10">
                <a:solidFill>
                  <a:srgbClr val="585B66"/>
                </a:solidFill>
                <a:latin typeface="Arial"/>
                <a:cs typeface="Arial"/>
                <a:hlinkClick r:id="rId5" action="ppaction://hlinksldjump"/>
              </a:rPr>
              <a:t>Solution</a:t>
            </a:r>
            <a:endParaRPr sz="5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50"/>
              </a:spcBef>
            </a:pPr>
            <a:r>
              <a:rPr dirty="0" sz="550">
                <a:solidFill>
                  <a:srgbClr val="585B66"/>
                </a:solidFill>
                <a:latin typeface="Arial"/>
                <a:cs typeface="Arial"/>
                <a:hlinkClick r:id="rId6" action="ppaction://hlinksldjump"/>
              </a:rPr>
              <a:t>System</a:t>
            </a:r>
            <a:r>
              <a:rPr dirty="0" sz="550" spc="135">
                <a:solidFill>
                  <a:srgbClr val="585B66"/>
                </a:solidFill>
                <a:latin typeface="Arial"/>
                <a:cs typeface="Arial"/>
                <a:hlinkClick r:id="rId6" action="ppaction://hlinksldjump"/>
              </a:rPr>
              <a:t> </a:t>
            </a:r>
            <a:r>
              <a:rPr dirty="0" sz="550" spc="-10">
                <a:solidFill>
                  <a:srgbClr val="585B66"/>
                </a:solidFill>
                <a:latin typeface="Arial"/>
                <a:cs typeface="Arial"/>
                <a:hlinkClick r:id="rId6" action="ppaction://hlinksldjump"/>
              </a:rPr>
              <a:t>Architecture</a:t>
            </a:r>
            <a:endParaRPr sz="550">
              <a:latin typeface="Arial"/>
              <a:cs typeface="Arial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0" y="1608480"/>
            <a:ext cx="1146175" cy="128270"/>
            <a:chOff x="0" y="1608480"/>
            <a:chExt cx="1146175" cy="128270"/>
          </a:xfrm>
        </p:grpSpPr>
        <p:sp>
          <p:nvSpPr>
            <p:cNvPr id="4" name="object 4"/>
            <p:cNvSpPr/>
            <p:nvPr/>
          </p:nvSpPr>
          <p:spPr>
            <a:xfrm>
              <a:off x="0" y="1608480"/>
              <a:ext cx="20320" cy="128270"/>
            </a:xfrm>
            <a:custGeom>
              <a:avLst/>
              <a:gdLst/>
              <a:ahLst/>
              <a:cxnLst/>
              <a:rect l="l" t="t" r="r" b="b"/>
              <a:pathLst>
                <a:path w="20320" h="128269">
                  <a:moveTo>
                    <a:pt x="20243" y="0"/>
                  </a:moveTo>
                  <a:lnTo>
                    <a:pt x="0" y="0"/>
                  </a:lnTo>
                  <a:lnTo>
                    <a:pt x="0" y="127876"/>
                  </a:lnTo>
                  <a:lnTo>
                    <a:pt x="20243" y="127876"/>
                  </a:lnTo>
                  <a:lnTo>
                    <a:pt x="20243" y="0"/>
                  </a:lnTo>
                  <a:close/>
                </a:path>
              </a:pathLst>
            </a:custGeom>
            <a:solidFill>
              <a:srgbClr val="0B4CB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20243" y="1608480"/>
              <a:ext cx="1125855" cy="128270"/>
            </a:xfrm>
            <a:custGeom>
              <a:avLst/>
              <a:gdLst/>
              <a:ahLst/>
              <a:cxnLst/>
              <a:rect l="l" t="t" r="r" b="b"/>
              <a:pathLst>
                <a:path w="1125855" h="128269">
                  <a:moveTo>
                    <a:pt x="1125423" y="0"/>
                  </a:moveTo>
                  <a:lnTo>
                    <a:pt x="0" y="0"/>
                  </a:lnTo>
                  <a:lnTo>
                    <a:pt x="0" y="127876"/>
                  </a:lnTo>
                  <a:lnTo>
                    <a:pt x="1125423" y="127876"/>
                  </a:lnTo>
                  <a:lnTo>
                    <a:pt x="1125423" y="0"/>
                  </a:lnTo>
                  <a:close/>
                </a:path>
              </a:pathLst>
            </a:custGeom>
            <a:solidFill>
              <a:srgbClr val="DCE5F7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 txBox="1"/>
          <p:nvPr/>
        </p:nvSpPr>
        <p:spPr>
          <a:xfrm>
            <a:off x="20243" y="1603451"/>
            <a:ext cx="1125855" cy="11493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28575">
              <a:lnSpc>
                <a:spcPct val="100000"/>
              </a:lnSpc>
              <a:spcBef>
                <a:spcPts val="135"/>
              </a:spcBef>
            </a:pPr>
            <a:r>
              <a:rPr dirty="0" sz="550" spc="-10">
                <a:solidFill>
                  <a:srgbClr val="0B4CB2"/>
                </a:solidFill>
                <a:latin typeface="Arial"/>
                <a:cs typeface="Arial"/>
                <a:hlinkClick r:id="rId7" action="ppaction://hlinksldjump"/>
              </a:rPr>
              <a:t>Methodology</a:t>
            </a:r>
            <a:endParaRPr sz="55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6639" y="1693781"/>
            <a:ext cx="1015365" cy="1120775"/>
          </a:xfrm>
          <a:prstGeom prst="rect">
            <a:avLst/>
          </a:prstGeom>
        </p:spPr>
        <p:txBody>
          <a:bodyPr wrap="square" lIns="0" tIns="673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dirty="0" sz="550" spc="10">
                <a:solidFill>
                  <a:srgbClr val="585B66"/>
                </a:solidFill>
                <a:latin typeface="Arial"/>
                <a:cs typeface="Arial"/>
                <a:hlinkClick r:id="rId8" action="ppaction://hlinksldjump"/>
              </a:rPr>
              <a:t>Functional</a:t>
            </a:r>
            <a:r>
              <a:rPr dirty="0" sz="550" spc="85">
                <a:solidFill>
                  <a:srgbClr val="585B66"/>
                </a:solidFill>
                <a:latin typeface="Arial"/>
                <a:cs typeface="Arial"/>
                <a:hlinkClick r:id="rId8" action="ppaction://hlinksldjump"/>
              </a:rPr>
              <a:t> </a:t>
            </a:r>
            <a:r>
              <a:rPr dirty="0" sz="550" spc="-10">
                <a:solidFill>
                  <a:srgbClr val="585B66"/>
                </a:solidFill>
                <a:latin typeface="Arial"/>
                <a:cs typeface="Arial"/>
                <a:hlinkClick r:id="rId8" action="ppaction://hlinksldjump"/>
              </a:rPr>
              <a:t>Requirements</a:t>
            </a:r>
            <a:endParaRPr sz="550">
              <a:latin typeface="Arial"/>
              <a:cs typeface="Arial"/>
            </a:endParaRPr>
          </a:p>
          <a:p>
            <a:pPr marL="12700" marR="5080">
              <a:lnSpc>
                <a:spcPct val="166600"/>
              </a:lnSpc>
            </a:pPr>
            <a:r>
              <a:rPr dirty="0" sz="550" spc="10">
                <a:solidFill>
                  <a:srgbClr val="585B66"/>
                </a:solidFill>
                <a:latin typeface="Arial"/>
                <a:cs typeface="Arial"/>
                <a:hlinkClick r:id="rId9" action="ppaction://hlinksldjump"/>
              </a:rPr>
              <a:t>Non-Functional</a:t>
            </a:r>
            <a:r>
              <a:rPr dirty="0" sz="550" spc="125">
                <a:solidFill>
                  <a:srgbClr val="585B66"/>
                </a:solidFill>
                <a:latin typeface="Arial"/>
                <a:cs typeface="Arial"/>
                <a:hlinkClick r:id="rId9" action="ppaction://hlinksldjump"/>
              </a:rPr>
              <a:t> </a:t>
            </a:r>
            <a:r>
              <a:rPr dirty="0" sz="550" spc="-10">
                <a:solidFill>
                  <a:srgbClr val="585B66"/>
                </a:solidFill>
                <a:latin typeface="Arial"/>
                <a:cs typeface="Arial"/>
                <a:hlinkClick r:id="rId9" action="ppaction://hlinksldjump"/>
              </a:rPr>
              <a:t>Requirements</a:t>
            </a:r>
            <a:r>
              <a:rPr dirty="0" sz="550" spc="500">
                <a:solidFill>
                  <a:srgbClr val="585B66"/>
                </a:solidFill>
                <a:latin typeface="Arial"/>
                <a:cs typeface="Arial"/>
              </a:rPr>
              <a:t> </a:t>
            </a:r>
            <a:r>
              <a:rPr dirty="0" sz="550">
                <a:solidFill>
                  <a:srgbClr val="585B66"/>
                </a:solidFill>
                <a:latin typeface="Arial"/>
                <a:cs typeface="Arial"/>
                <a:hlinkClick r:id="rId10" action="ppaction://hlinksldjump"/>
              </a:rPr>
              <a:t>Hardware</a:t>
            </a:r>
            <a:r>
              <a:rPr dirty="0" sz="550" spc="150">
                <a:solidFill>
                  <a:srgbClr val="585B66"/>
                </a:solidFill>
                <a:latin typeface="Arial"/>
                <a:cs typeface="Arial"/>
                <a:hlinkClick r:id="rId10" action="ppaction://hlinksldjump"/>
              </a:rPr>
              <a:t> </a:t>
            </a:r>
            <a:r>
              <a:rPr dirty="0" sz="550" spc="-10">
                <a:solidFill>
                  <a:srgbClr val="585B66"/>
                </a:solidFill>
                <a:latin typeface="Arial"/>
                <a:cs typeface="Arial"/>
                <a:hlinkClick r:id="rId10" action="ppaction://hlinksldjump"/>
              </a:rPr>
              <a:t>Requirements</a:t>
            </a:r>
            <a:endParaRPr sz="550">
              <a:latin typeface="Arial"/>
              <a:cs typeface="Arial"/>
            </a:endParaRPr>
          </a:p>
          <a:p>
            <a:pPr marL="12700" marR="217170">
              <a:lnSpc>
                <a:spcPct val="166600"/>
              </a:lnSpc>
              <a:spcBef>
                <a:spcPts val="15"/>
              </a:spcBef>
            </a:pPr>
            <a:r>
              <a:rPr dirty="0" sz="550">
                <a:solidFill>
                  <a:srgbClr val="585B66"/>
                </a:solidFill>
                <a:latin typeface="Arial"/>
                <a:cs typeface="Arial"/>
                <a:hlinkClick r:id="rId11" action="ppaction://hlinksldjump"/>
              </a:rPr>
              <a:t>Software</a:t>
            </a:r>
            <a:r>
              <a:rPr dirty="0" sz="550" spc="150">
                <a:solidFill>
                  <a:srgbClr val="585B66"/>
                </a:solidFill>
                <a:latin typeface="Arial"/>
                <a:cs typeface="Arial"/>
                <a:hlinkClick r:id="rId11" action="ppaction://hlinksldjump"/>
              </a:rPr>
              <a:t> </a:t>
            </a:r>
            <a:r>
              <a:rPr dirty="0" sz="550" spc="-10">
                <a:solidFill>
                  <a:srgbClr val="585B66"/>
                </a:solidFill>
                <a:latin typeface="Arial"/>
                <a:cs typeface="Arial"/>
                <a:hlinkClick r:id="rId11" action="ppaction://hlinksldjump"/>
              </a:rPr>
              <a:t>Requirements</a:t>
            </a:r>
            <a:r>
              <a:rPr dirty="0" sz="550" spc="500">
                <a:solidFill>
                  <a:srgbClr val="585B66"/>
                </a:solidFill>
                <a:latin typeface="Arial"/>
                <a:cs typeface="Arial"/>
              </a:rPr>
              <a:t> </a:t>
            </a:r>
            <a:r>
              <a:rPr dirty="0" sz="550" spc="-10">
                <a:solidFill>
                  <a:srgbClr val="585B66"/>
                </a:solidFill>
                <a:latin typeface="Arial"/>
                <a:cs typeface="Arial"/>
                <a:hlinkClick r:id="rId12" action="ppaction://hlinksldjump"/>
              </a:rPr>
              <a:t>Result</a:t>
            </a:r>
            <a:endParaRPr sz="550">
              <a:latin typeface="Arial"/>
              <a:cs typeface="Arial"/>
            </a:endParaRPr>
          </a:p>
          <a:p>
            <a:pPr marL="12700" marR="547370">
              <a:lnSpc>
                <a:spcPts val="1000"/>
              </a:lnSpc>
              <a:spcBef>
                <a:spcPts val="85"/>
              </a:spcBef>
            </a:pPr>
            <a:r>
              <a:rPr dirty="0" sz="550" spc="-10">
                <a:solidFill>
                  <a:srgbClr val="585B66"/>
                </a:solidFill>
                <a:latin typeface="Arial"/>
                <a:cs typeface="Arial"/>
                <a:hlinkClick r:id="rId13" action="ppaction://hlinksldjump"/>
              </a:rPr>
              <a:t>Conclusion</a:t>
            </a:r>
            <a:r>
              <a:rPr dirty="0" sz="550" spc="500">
                <a:solidFill>
                  <a:srgbClr val="585B66"/>
                </a:solidFill>
                <a:latin typeface="Arial"/>
                <a:cs typeface="Arial"/>
              </a:rPr>
              <a:t> </a:t>
            </a:r>
            <a:r>
              <a:rPr dirty="0" sz="550">
                <a:solidFill>
                  <a:srgbClr val="585B66"/>
                </a:solidFill>
                <a:latin typeface="Arial"/>
                <a:cs typeface="Arial"/>
                <a:hlinkClick r:id="rId14" action="ppaction://hlinksldjump"/>
              </a:rPr>
              <a:t>Future</a:t>
            </a:r>
            <a:r>
              <a:rPr dirty="0" sz="550" spc="120">
                <a:solidFill>
                  <a:srgbClr val="585B66"/>
                </a:solidFill>
                <a:latin typeface="Arial"/>
                <a:cs typeface="Arial"/>
                <a:hlinkClick r:id="rId14" action="ppaction://hlinksldjump"/>
              </a:rPr>
              <a:t> </a:t>
            </a:r>
            <a:r>
              <a:rPr dirty="0" sz="550" spc="-10">
                <a:solidFill>
                  <a:srgbClr val="585B66"/>
                </a:solidFill>
                <a:latin typeface="Arial"/>
                <a:cs typeface="Arial"/>
                <a:hlinkClick r:id="rId14" action="ppaction://hlinksldjump"/>
              </a:rPr>
              <a:t>Scope</a:t>
            </a:r>
            <a:endParaRPr sz="5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65"/>
              </a:spcBef>
            </a:pPr>
            <a:r>
              <a:rPr dirty="0" sz="550" spc="-10">
                <a:solidFill>
                  <a:srgbClr val="585B66"/>
                </a:solidFill>
                <a:latin typeface="Arial"/>
                <a:cs typeface="Arial"/>
                <a:hlinkClick r:id="rId15" action="ppaction://hlinksldjump"/>
              </a:rPr>
              <a:t>References</a:t>
            </a:r>
            <a:endParaRPr sz="55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508861" y="719589"/>
            <a:ext cx="3992245" cy="227774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65735" marR="5080" indent="-153670">
              <a:lnSpc>
                <a:spcPct val="107400"/>
              </a:lnSpc>
              <a:spcBef>
                <a:spcPts val="100"/>
              </a:spcBef>
              <a:buClr>
                <a:srgbClr val="0B4CB2"/>
              </a:buClr>
              <a:buFont typeface="Arial"/>
              <a:buAutoNum type="arabicPeriod"/>
              <a:tabLst>
                <a:tab pos="165735" algn="l"/>
              </a:tabLst>
            </a:pPr>
            <a:r>
              <a:rPr dirty="0" sz="850" b="1">
                <a:solidFill>
                  <a:srgbClr val="131318"/>
                </a:solidFill>
                <a:latin typeface="Arial"/>
                <a:cs typeface="Arial"/>
              </a:rPr>
              <a:t>Smart</a:t>
            </a:r>
            <a:r>
              <a:rPr dirty="0" sz="850" spc="-15" b="1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850" b="1">
                <a:solidFill>
                  <a:srgbClr val="131318"/>
                </a:solidFill>
                <a:latin typeface="Arial"/>
                <a:cs typeface="Arial"/>
              </a:rPr>
              <a:t>Contract</a:t>
            </a:r>
            <a:r>
              <a:rPr dirty="0" sz="850" spc="-15" b="1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850" b="1">
                <a:solidFill>
                  <a:srgbClr val="131318"/>
                </a:solidFill>
                <a:latin typeface="Arial"/>
                <a:cs typeface="Arial"/>
              </a:rPr>
              <a:t>Development:</a:t>
            </a:r>
            <a:r>
              <a:rPr dirty="0" sz="850" spc="35" b="1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850" spc="-10">
                <a:solidFill>
                  <a:srgbClr val="131318"/>
                </a:solidFill>
                <a:latin typeface="Arial"/>
                <a:cs typeface="Arial"/>
              </a:rPr>
              <a:t>Developed</a:t>
            </a:r>
            <a:r>
              <a:rPr dirty="0" sz="850" spc="-15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131318"/>
                </a:solidFill>
                <a:latin typeface="Arial"/>
                <a:cs typeface="Arial"/>
              </a:rPr>
              <a:t>a</a:t>
            </a:r>
            <a:r>
              <a:rPr dirty="0" sz="850" spc="-15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850" spc="-10">
                <a:solidFill>
                  <a:srgbClr val="131318"/>
                </a:solidFill>
                <a:latin typeface="Arial"/>
                <a:cs typeface="Arial"/>
              </a:rPr>
              <a:t>Solidity-</a:t>
            </a:r>
            <a:r>
              <a:rPr dirty="0" sz="850">
                <a:solidFill>
                  <a:srgbClr val="131318"/>
                </a:solidFill>
                <a:latin typeface="Arial"/>
                <a:cs typeface="Arial"/>
              </a:rPr>
              <a:t>based</a:t>
            </a:r>
            <a:r>
              <a:rPr dirty="0" sz="850" spc="-15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131318"/>
                </a:solidFill>
                <a:latin typeface="Arial"/>
                <a:cs typeface="Arial"/>
              </a:rPr>
              <a:t>escrow</a:t>
            </a:r>
            <a:r>
              <a:rPr dirty="0" sz="850" spc="-15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131318"/>
                </a:solidFill>
                <a:latin typeface="Arial"/>
                <a:cs typeface="Arial"/>
              </a:rPr>
              <a:t>contract</a:t>
            </a:r>
            <a:r>
              <a:rPr dirty="0" sz="850" spc="-15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850" spc="-25">
                <a:solidFill>
                  <a:srgbClr val="131318"/>
                </a:solidFill>
                <a:latin typeface="Arial"/>
                <a:cs typeface="Arial"/>
              </a:rPr>
              <a:t>for </a:t>
            </a:r>
            <a:r>
              <a:rPr dirty="0" sz="850">
                <a:solidFill>
                  <a:srgbClr val="131318"/>
                </a:solidFill>
                <a:latin typeface="Arial"/>
                <a:cs typeface="Arial"/>
              </a:rPr>
              <a:t>fund</a:t>
            </a:r>
            <a:r>
              <a:rPr dirty="0" sz="850" spc="-30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131318"/>
                </a:solidFill>
                <a:latin typeface="Arial"/>
                <a:cs typeface="Arial"/>
              </a:rPr>
              <a:t>management,</a:t>
            </a:r>
            <a:r>
              <a:rPr dirty="0" sz="850" spc="-25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850" spc="-10">
                <a:solidFill>
                  <a:srgbClr val="131318"/>
                </a:solidFill>
                <a:latin typeface="Arial"/>
                <a:cs typeface="Arial"/>
              </a:rPr>
              <a:t>payments,</a:t>
            </a:r>
            <a:r>
              <a:rPr dirty="0" sz="850" spc="-25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131318"/>
                </a:solidFill>
                <a:latin typeface="Arial"/>
                <a:cs typeface="Arial"/>
              </a:rPr>
              <a:t>refunds,</a:t>
            </a:r>
            <a:r>
              <a:rPr dirty="0" sz="850" spc="-25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131318"/>
                </a:solidFill>
                <a:latin typeface="Arial"/>
                <a:cs typeface="Arial"/>
              </a:rPr>
              <a:t>and</a:t>
            </a:r>
            <a:r>
              <a:rPr dirty="0" sz="850" spc="-25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131318"/>
                </a:solidFill>
                <a:latin typeface="Arial"/>
                <a:cs typeface="Arial"/>
              </a:rPr>
              <a:t>dispute</a:t>
            </a:r>
            <a:r>
              <a:rPr dirty="0" sz="850" spc="-25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850" spc="-10">
                <a:solidFill>
                  <a:srgbClr val="131318"/>
                </a:solidFill>
                <a:latin typeface="Arial"/>
                <a:cs typeface="Arial"/>
              </a:rPr>
              <a:t>resolution.</a:t>
            </a:r>
            <a:endParaRPr sz="850">
              <a:latin typeface="Arial"/>
              <a:cs typeface="Arial"/>
            </a:endParaRPr>
          </a:p>
          <a:p>
            <a:pPr marL="165735" marR="238125" indent="-153670">
              <a:lnSpc>
                <a:spcPct val="107400"/>
              </a:lnSpc>
              <a:spcBef>
                <a:spcPts val="395"/>
              </a:spcBef>
              <a:buClr>
                <a:srgbClr val="0B4CB2"/>
              </a:buClr>
              <a:buFont typeface="Arial"/>
              <a:buAutoNum type="arabicPeriod"/>
              <a:tabLst>
                <a:tab pos="165735" algn="l"/>
              </a:tabLst>
            </a:pPr>
            <a:r>
              <a:rPr dirty="0" sz="850" b="1">
                <a:solidFill>
                  <a:srgbClr val="131318"/>
                </a:solidFill>
                <a:latin typeface="Arial"/>
                <a:cs typeface="Arial"/>
              </a:rPr>
              <a:t>Escrow</a:t>
            </a:r>
            <a:r>
              <a:rPr dirty="0" sz="850" spc="-30" b="1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850" spc="-10" b="1">
                <a:solidFill>
                  <a:srgbClr val="131318"/>
                </a:solidFill>
                <a:latin typeface="Arial"/>
                <a:cs typeface="Arial"/>
              </a:rPr>
              <a:t>Workflow:</a:t>
            </a:r>
            <a:r>
              <a:rPr dirty="0" sz="850" spc="15" b="1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131318"/>
                </a:solidFill>
                <a:latin typeface="Arial"/>
                <a:cs typeface="Arial"/>
              </a:rPr>
              <a:t>Implemented</a:t>
            </a:r>
            <a:r>
              <a:rPr dirty="0" sz="850" spc="-30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131318"/>
                </a:solidFill>
                <a:latin typeface="Arial"/>
                <a:cs typeface="Arial"/>
              </a:rPr>
              <a:t>the</a:t>
            </a:r>
            <a:r>
              <a:rPr dirty="0" sz="850" spc="-30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131318"/>
                </a:solidFill>
                <a:latin typeface="Arial"/>
                <a:cs typeface="Arial"/>
              </a:rPr>
              <a:t>complete</a:t>
            </a:r>
            <a:r>
              <a:rPr dirty="0" sz="850" spc="-30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131318"/>
                </a:solidFill>
                <a:latin typeface="Arial"/>
                <a:cs typeface="Arial"/>
              </a:rPr>
              <a:t>lifecycle,</a:t>
            </a:r>
            <a:r>
              <a:rPr dirty="0" sz="850" spc="-30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131318"/>
                </a:solidFill>
                <a:latin typeface="Arial"/>
                <a:cs typeface="Arial"/>
              </a:rPr>
              <a:t>from</a:t>
            </a:r>
            <a:r>
              <a:rPr dirty="0" sz="850" spc="-30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131318"/>
                </a:solidFill>
                <a:latin typeface="Arial"/>
                <a:cs typeface="Arial"/>
              </a:rPr>
              <a:t>proposal</a:t>
            </a:r>
            <a:r>
              <a:rPr dirty="0" sz="850" spc="-30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850" spc="-25">
                <a:solidFill>
                  <a:srgbClr val="131318"/>
                </a:solidFill>
                <a:latin typeface="Arial"/>
                <a:cs typeface="Arial"/>
              </a:rPr>
              <a:t>and </a:t>
            </a:r>
            <a:r>
              <a:rPr dirty="0" sz="850">
                <a:solidFill>
                  <a:srgbClr val="131318"/>
                </a:solidFill>
                <a:latin typeface="Arial"/>
                <a:cs typeface="Arial"/>
              </a:rPr>
              <a:t>funding</a:t>
            </a:r>
            <a:r>
              <a:rPr dirty="0" sz="850" spc="-15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131318"/>
                </a:solidFill>
                <a:latin typeface="Arial"/>
                <a:cs typeface="Arial"/>
              </a:rPr>
              <a:t>to</a:t>
            </a:r>
            <a:r>
              <a:rPr dirty="0" sz="850" spc="-15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131318"/>
                </a:solidFill>
                <a:latin typeface="Arial"/>
                <a:cs typeface="Arial"/>
              </a:rPr>
              <a:t>shipment,</a:t>
            </a:r>
            <a:r>
              <a:rPr dirty="0" sz="850" spc="-15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131318"/>
                </a:solidFill>
                <a:latin typeface="Arial"/>
                <a:cs typeface="Arial"/>
              </a:rPr>
              <a:t>customs</a:t>
            </a:r>
            <a:r>
              <a:rPr dirty="0" sz="850" spc="-10">
                <a:solidFill>
                  <a:srgbClr val="131318"/>
                </a:solidFill>
                <a:latin typeface="Arial"/>
                <a:cs typeface="Arial"/>
              </a:rPr>
              <a:t> clearance,</a:t>
            </a:r>
            <a:r>
              <a:rPr dirty="0" sz="850" spc="-15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131318"/>
                </a:solidFill>
                <a:latin typeface="Arial"/>
                <a:cs typeface="Arial"/>
              </a:rPr>
              <a:t>and</a:t>
            </a:r>
            <a:r>
              <a:rPr dirty="0" sz="850" spc="-15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850" spc="-10">
                <a:solidFill>
                  <a:srgbClr val="131318"/>
                </a:solidFill>
                <a:latin typeface="Arial"/>
                <a:cs typeface="Arial"/>
              </a:rPr>
              <a:t>settlement.</a:t>
            </a:r>
            <a:endParaRPr sz="850">
              <a:latin typeface="Arial"/>
              <a:cs typeface="Arial"/>
            </a:endParaRPr>
          </a:p>
          <a:p>
            <a:pPr marL="165735" marR="19050" indent="-153670">
              <a:lnSpc>
                <a:spcPct val="107400"/>
              </a:lnSpc>
              <a:spcBef>
                <a:spcPts val="400"/>
              </a:spcBef>
              <a:buClr>
                <a:srgbClr val="0B4CB2"/>
              </a:buClr>
              <a:buFont typeface="Arial"/>
              <a:buAutoNum type="arabicPeriod"/>
              <a:tabLst>
                <a:tab pos="165735" algn="l"/>
              </a:tabLst>
            </a:pPr>
            <a:r>
              <a:rPr dirty="0" sz="850" b="1">
                <a:solidFill>
                  <a:srgbClr val="131318"/>
                </a:solidFill>
                <a:latin typeface="Arial"/>
                <a:cs typeface="Arial"/>
              </a:rPr>
              <a:t>Attestation</a:t>
            </a:r>
            <a:r>
              <a:rPr dirty="0" sz="850" spc="-20" b="1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850" b="1">
                <a:solidFill>
                  <a:srgbClr val="131318"/>
                </a:solidFill>
                <a:latin typeface="Arial"/>
                <a:cs typeface="Arial"/>
              </a:rPr>
              <a:t>and</a:t>
            </a:r>
            <a:r>
              <a:rPr dirty="0" sz="850" spc="-15" b="1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850" b="1">
                <a:solidFill>
                  <a:srgbClr val="131318"/>
                </a:solidFill>
                <a:latin typeface="Arial"/>
                <a:cs typeface="Arial"/>
              </a:rPr>
              <a:t>Staking:</a:t>
            </a:r>
            <a:r>
              <a:rPr dirty="0" sz="850" spc="35" b="1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131318"/>
                </a:solidFill>
                <a:latin typeface="Arial"/>
                <a:cs typeface="Arial"/>
              </a:rPr>
              <a:t>Implemented</a:t>
            </a:r>
            <a:r>
              <a:rPr dirty="0" sz="850" spc="-15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131318"/>
                </a:solidFill>
                <a:latin typeface="Arial"/>
                <a:cs typeface="Arial"/>
              </a:rPr>
              <a:t>attestor</a:t>
            </a:r>
            <a:r>
              <a:rPr dirty="0" sz="850" spc="-15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131318"/>
                </a:solidFill>
                <a:latin typeface="Arial"/>
                <a:cs typeface="Arial"/>
              </a:rPr>
              <a:t>staking,</a:t>
            </a:r>
            <a:r>
              <a:rPr dirty="0" sz="850" spc="-15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850" spc="-10">
                <a:solidFill>
                  <a:srgbClr val="131318"/>
                </a:solidFill>
                <a:latin typeface="Arial"/>
                <a:cs typeface="Arial"/>
              </a:rPr>
              <a:t>2-of-</a:t>
            </a:r>
            <a:r>
              <a:rPr dirty="0" sz="850">
                <a:solidFill>
                  <a:srgbClr val="131318"/>
                </a:solidFill>
                <a:latin typeface="Arial"/>
                <a:cs typeface="Arial"/>
              </a:rPr>
              <a:t>3</a:t>
            </a:r>
            <a:r>
              <a:rPr dirty="0" sz="850" spc="-20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850" spc="-10">
                <a:solidFill>
                  <a:srgbClr val="131318"/>
                </a:solidFill>
                <a:latin typeface="Arial"/>
                <a:cs typeface="Arial"/>
              </a:rPr>
              <a:t>consensus,</a:t>
            </a:r>
            <a:r>
              <a:rPr dirty="0" sz="850" spc="-20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850" spc="-25">
                <a:solidFill>
                  <a:srgbClr val="131318"/>
                </a:solidFill>
                <a:latin typeface="Arial"/>
                <a:cs typeface="Arial"/>
              </a:rPr>
              <a:t>and </a:t>
            </a:r>
            <a:r>
              <a:rPr dirty="0" sz="850">
                <a:solidFill>
                  <a:srgbClr val="131318"/>
                </a:solidFill>
                <a:latin typeface="Arial"/>
                <a:cs typeface="Arial"/>
              </a:rPr>
              <a:t>stake</a:t>
            </a:r>
            <a:r>
              <a:rPr dirty="0" sz="850" spc="-40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131318"/>
                </a:solidFill>
                <a:latin typeface="Arial"/>
                <a:cs typeface="Arial"/>
              </a:rPr>
              <a:t>slashing</a:t>
            </a:r>
            <a:r>
              <a:rPr dirty="0" sz="850" spc="-35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850" spc="-10">
                <a:solidFill>
                  <a:srgbClr val="131318"/>
                </a:solidFill>
                <a:latin typeface="Arial"/>
                <a:cs typeface="Arial"/>
              </a:rPr>
              <a:t>mechanisms.</a:t>
            </a:r>
            <a:endParaRPr sz="850">
              <a:latin typeface="Arial"/>
              <a:cs typeface="Arial"/>
            </a:endParaRPr>
          </a:p>
          <a:p>
            <a:pPr marL="165735" marR="529590" indent="-153670">
              <a:lnSpc>
                <a:spcPct val="107400"/>
              </a:lnSpc>
              <a:spcBef>
                <a:spcPts val="400"/>
              </a:spcBef>
              <a:buClr>
                <a:srgbClr val="0B4CB2"/>
              </a:buClr>
              <a:buFont typeface="Arial"/>
              <a:buAutoNum type="arabicPeriod"/>
              <a:tabLst>
                <a:tab pos="165735" algn="l"/>
              </a:tabLst>
            </a:pPr>
            <a:r>
              <a:rPr dirty="0" sz="850" b="1">
                <a:solidFill>
                  <a:srgbClr val="131318"/>
                </a:solidFill>
                <a:latin typeface="Arial"/>
                <a:cs typeface="Arial"/>
              </a:rPr>
              <a:t>Dispute</a:t>
            </a:r>
            <a:r>
              <a:rPr dirty="0" sz="850" spc="-30" b="1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850" b="1">
                <a:solidFill>
                  <a:srgbClr val="131318"/>
                </a:solidFill>
                <a:latin typeface="Arial"/>
                <a:cs typeface="Arial"/>
              </a:rPr>
              <a:t>Management:</a:t>
            </a:r>
            <a:r>
              <a:rPr dirty="0" sz="850" spc="25" b="1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131318"/>
                </a:solidFill>
                <a:latin typeface="Arial"/>
                <a:cs typeface="Arial"/>
              </a:rPr>
              <a:t>Implemented</a:t>
            </a:r>
            <a:r>
              <a:rPr dirty="0" sz="850" spc="-30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850" spc="-10">
                <a:solidFill>
                  <a:srgbClr val="131318"/>
                </a:solidFill>
                <a:latin typeface="Arial"/>
                <a:cs typeface="Arial"/>
              </a:rPr>
              <a:t>arbitrator-</a:t>
            </a:r>
            <a:r>
              <a:rPr dirty="0" sz="850">
                <a:solidFill>
                  <a:srgbClr val="131318"/>
                </a:solidFill>
                <a:latin typeface="Arial"/>
                <a:cs typeface="Arial"/>
              </a:rPr>
              <a:t>based</a:t>
            </a:r>
            <a:r>
              <a:rPr dirty="0" sz="850" spc="-25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131318"/>
                </a:solidFill>
                <a:latin typeface="Arial"/>
                <a:cs typeface="Arial"/>
              </a:rPr>
              <a:t>resolution</a:t>
            </a:r>
            <a:r>
              <a:rPr dirty="0" sz="850" spc="-25">
                <a:solidFill>
                  <a:srgbClr val="131318"/>
                </a:solidFill>
                <a:latin typeface="Arial"/>
                <a:cs typeface="Arial"/>
              </a:rPr>
              <a:t> and </a:t>
            </a:r>
            <a:r>
              <a:rPr dirty="0" sz="850" spc="-10">
                <a:solidFill>
                  <a:srgbClr val="131318"/>
                </a:solidFill>
                <a:latin typeface="Arial"/>
                <a:cs typeface="Arial"/>
              </a:rPr>
              <a:t>timeout-</a:t>
            </a:r>
            <a:r>
              <a:rPr dirty="0" sz="850">
                <a:solidFill>
                  <a:srgbClr val="131318"/>
                </a:solidFill>
                <a:latin typeface="Arial"/>
                <a:cs typeface="Arial"/>
              </a:rPr>
              <a:t>based refund </a:t>
            </a:r>
            <a:r>
              <a:rPr dirty="0" sz="850" spc="-10">
                <a:solidFill>
                  <a:srgbClr val="131318"/>
                </a:solidFill>
                <a:latin typeface="Arial"/>
                <a:cs typeface="Arial"/>
              </a:rPr>
              <a:t>mechanisms.</a:t>
            </a:r>
            <a:endParaRPr sz="850">
              <a:latin typeface="Arial"/>
              <a:cs typeface="Arial"/>
            </a:endParaRPr>
          </a:p>
          <a:p>
            <a:pPr marL="165735" marR="556895" indent="-153670">
              <a:lnSpc>
                <a:spcPct val="107400"/>
              </a:lnSpc>
              <a:spcBef>
                <a:spcPts val="400"/>
              </a:spcBef>
              <a:buClr>
                <a:srgbClr val="0B4CB2"/>
              </a:buClr>
              <a:buFont typeface="Arial"/>
              <a:buAutoNum type="arabicPeriod"/>
              <a:tabLst>
                <a:tab pos="165735" algn="l"/>
              </a:tabLst>
            </a:pPr>
            <a:r>
              <a:rPr dirty="0" sz="850" b="1">
                <a:solidFill>
                  <a:srgbClr val="131318"/>
                </a:solidFill>
                <a:latin typeface="Arial"/>
                <a:cs typeface="Arial"/>
              </a:rPr>
              <a:t>Mock</a:t>
            </a:r>
            <a:r>
              <a:rPr dirty="0" sz="850" spc="-20" b="1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850" b="1">
                <a:solidFill>
                  <a:srgbClr val="131318"/>
                </a:solidFill>
                <a:latin typeface="Arial"/>
                <a:cs typeface="Arial"/>
              </a:rPr>
              <a:t>Customs</a:t>
            </a:r>
            <a:r>
              <a:rPr dirty="0" sz="850" spc="-15" b="1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850" b="1">
                <a:solidFill>
                  <a:srgbClr val="131318"/>
                </a:solidFill>
                <a:latin typeface="Arial"/>
                <a:cs typeface="Arial"/>
              </a:rPr>
              <a:t>Portal:</a:t>
            </a:r>
            <a:r>
              <a:rPr dirty="0" sz="850" spc="40" b="1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850" spc="-10">
                <a:solidFill>
                  <a:srgbClr val="131318"/>
                </a:solidFill>
                <a:latin typeface="Arial"/>
                <a:cs typeface="Arial"/>
              </a:rPr>
              <a:t>Developed</a:t>
            </a:r>
            <a:r>
              <a:rPr dirty="0" sz="850" spc="-20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131318"/>
                </a:solidFill>
                <a:latin typeface="Arial"/>
                <a:cs typeface="Arial"/>
              </a:rPr>
              <a:t>a</a:t>
            </a:r>
            <a:r>
              <a:rPr dirty="0" sz="850" spc="-15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131318"/>
                </a:solidFill>
                <a:latin typeface="Arial"/>
                <a:cs typeface="Arial"/>
              </a:rPr>
              <a:t>Node.js</a:t>
            </a:r>
            <a:r>
              <a:rPr dirty="0" sz="850" spc="-15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131318"/>
                </a:solidFill>
                <a:latin typeface="Arial"/>
                <a:cs typeface="Arial"/>
              </a:rPr>
              <a:t>and</a:t>
            </a:r>
            <a:r>
              <a:rPr dirty="0" sz="850" spc="-15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131318"/>
                </a:solidFill>
                <a:latin typeface="Arial"/>
                <a:cs typeface="Arial"/>
              </a:rPr>
              <a:t>Express</a:t>
            </a:r>
            <a:r>
              <a:rPr dirty="0" sz="850" spc="-15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131318"/>
                </a:solidFill>
                <a:latin typeface="Arial"/>
                <a:cs typeface="Arial"/>
              </a:rPr>
              <a:t>portal</a:t>
            </a:r>
            <a:r>
              <a:rPr dirty="0" sz="850" spc="-15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850" spc="-25">
                <a:solidFill>
                  <a:srgbClr val="131318"/>
                </a:solidFill>
                <a:latin typeface="Arial"/>
                <a:cs typeface="Arial"/>
              </a:rPr>
              <a:t>for </a:t>
            </a:r>
            <a:r>
              <a:rPr dirty="0" sz="850">
                <a:solidFill>
                  <a:srgbClr val="131318"/>
                </a:solidFill>
                <a:latin typeface="Arial"/>
                <a:cs typeface="Arial"/>
              </a:rPr>
              <a:t>consignment</a:t>
            </a:r>
            <a:r>
              <a:rPr dirty="0" sz="850" spc="5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850" spc="-10">
                <a:solidFill>
                  <a:srgbClr val="131318"/>
                </a:solidFill>
                <a:latin typeface="Arial"/>
                <a:cs typeface="Arial"/>
              </a:rPr>
              <a:t>tracking</a:t>
            </a:r>
            <a:r>
              <a:rPr dirty="0" sz="850" spc="5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131318"/>
                </a:solidFill>
                <a:latin typeface="Arial"/>
                <a:cs typeface="Arial"/>
              </a:rPr>
              <a:t>and</a:t>
            </a:r>
            <a:r>
              <a:rPr dirty="0" sz="850" spc="5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850" spc="-10">
                <a:solidFill>
                  <a:srgbClr val="131318"/>
                </a:solidFill>
                <a:latin typeface="Arial"/>
                <a:cs typeface="Arial"/>
              </a:rPr>
              <a:t>hash-verifiable</a:t>
            </a:r>
            <a:r>
              <a:rPr dirty="0" sz="850" spc="5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850" spc="-10">
                <a:solidFill>
                  <a:srgbClr val="131318"/>
                </a:solidFill>
                <a:latin typeface="Arial"/>
                <a:cs typeface="Arial"/>
              </a:rPr>
              <a:t>records.</a:t>
            </a:r>
            <a:endParaRPr sz="850">
              <a:latin typeface="Arial"/>
              <a:cs typeface="Arial"/>
            </a:endParaRPr>
          </a:p>
          <a:p>
            <a:pPr marL="165735" marR="104775" indent="-153670">
              <a:lnSpc>
                <a:spcPct val="107400"/>
              </a:lnSpc>
              <a:spcBef>
                <a:spcPts val="400"/>
              </a:spcBef>
              <a:buClr>
                <a:srgbClr val="0B4CB2"/>
              </a:buClr>
              <a:buFont typeface="Arial"/>
              <a:buAutoNum type="arabicPeriod"/>
              <a:tabLst>
                <a:tab pos="165735" algn="l"/>
              </a:tabLst>
            </a:pPr>
            <a:r>
              <a:rPr dirty="0" sz="850" b="1">
                <a:solidFill>
                  <a:srgbClr val="131318"/>
                </a:solidFill>
                <a:latin typeface="Arial"/>
                <a:cs typeface="Arial"/>
              </a:rPr>
              <a:t>Testing:</a:t>
            </a:r>
            <a:r>
              <a:rPr dirty="0" sz="850" spc="25" b="1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131318"/>
                </a:solidFill>
                <a:latin typeface="Arial"/>
                <a:cs typeface="Arial"/>
              </a:rPr>
              <a:t>Created</a:t>
            </a:r>
            <a:r>
              <a:rPr dirty="0" sz="850" spc="-25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131318"/>
                </a:solidFill>
                <a:latin typeface="Arial"/>
                <a:cs typeface="Arial"/>
              </a:rPr>
              <a:t>tests</a:t>
            </a:r>
            <a:r>
              <a:rPr dirty="0" sz="850" spc="-20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131318"/>
                </a:solidFill>
                <a:latin typeface="Arial"/>
                <a:cs typeface="Arial"/>
              </a:rPr>
              <a:t>for</a:t>
            </a:r>
            <a:r>
              <a:rPr dirty="0" sz="850" spc="-25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131318"/>
                </a:solidFill>
                <a:latin typeface="Arial"/>
                <a:cs typeface="Arial"/>
              </a:rPr>
              <a:t>contract</a:t>
            </a:r>
            <a:r>
              <a:rPr dirty="0" sz="850" spc="-20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850" spc="-10">
                <a:solidFill>
                  <a:srgbClr val="131318"/>
                </a:solidFill>
                <a:latin typeface="Arial"/>
                <a:cs typeface="Arial"/>
              </a:rPr>
              <a:t>functionality,</a:t>
            </a:r>
            <a:r>
              <a:rPr dirty="0" sz="850" spc="-25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850" spc="-10">
                <a:solidFill>
                  <a:srgbClr val="131318"/>
                </a:solidFill>
                <a:latin typeface="Arial"/>
                <a:cs typeface="Arial"/>
              </a:rPr>
              <a:t>security,</a:t>
            </a:r>
            <a:r>
              <a:rPr dirty="0" sz="850" spc="-20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850" spc="-10">
                <a:solidFill>
                  <a:srgbClr val="131318"/>
                </a:solidFill>
                <a:latin typeface="Arial"/>
                <a:cs typeface="Arial"/>
              </a:rPr>
              <a:t>consensus,</a:t>
            </a:r>
            <a:r>
              <a:rPr dirty="0" sz="850" spc="-30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850" spc="-10">
                <a:solidFill>
                  <a:srgbClr val="131318"/>
                </a:solidFill>
                <a:latin typeface="Arial"/>
                <a:cs typeface="Arial"/>
              </a:rPr>
              <a:t>payouts, </a:t>
            </a:r>
            <a:r>
              <a:rPr dirty="0" sz="850">
                <a:solidFill>
                  <a:srgbClr val="131318"/>
                </a:solidFill>
                <a:latin typeface="Arial"/>
                <a:cs typeface="Arial"/>
              </a:rPr>
              <a:t>and</a:t>
            </a:r>
            <a:r>
              <a:rPr dirty="0" sz="850" spc="-5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131318"/>
                </a:solidFill>
                <a:latin typeface="Arial"/>
                <a:cs typeface="Arial"/>
              </a:rPr>
              <a:t>portal</a:t>
            </a:r>
            <a:r>
              <a:rPr dirty="0" sz="850" spc="-5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850" spc="-10">
                <a:solidFill>
                  <a:srgbClr val="131318"/>
                </a:solidFill>
                <a:latin typeface="Arial"/>
                <a:cs typeface="Arial"/>
              </a:rPr>
              <a:t>integrity.</a:t>
            </a:r>
            <a:endParaRPr sz="850">
              <a:latin typeface="Arial"/>
              <a:cs typeface="Arial"/>
            </a:endParaRPr>
          </a:p>
          <a:p>
            <a:pPr marL="165735" marR="27305" indent="-153670">
              <a:lnSpc>
                <a:spcPct val="107400"/>
              </a:lnSpc>
              <a:spcBef>
                <a:spcPts val="395"/>
              </a:spcBef>
              <a:buClr>
                <a:srgbClr val="0B4CB2"/>
              </a:buClr>
              <a:buFont typeface="Arial"/>
              <a:buAutoNum type="arabicPeriod"/>
              <a:tabLst>
                <a:tab pos="165735" algn="l"/>
              </a:tabLst>
            </a:pPr>
            <a:r>
              <a:rPr dirty="0" sz="850" b="1">
                <a:solidFill>
                  <a:srgbClr val="131318"/>
                </a:solidFill>
                <a:latin typeface="Arial"/>
                <a:cs typeface="Arial"/>
              </a:rPr>
              <a:t>Frontend</a:t>
            </a:r>
            <a:r>
              <a:rPr dirty="0" sz="850" spc="-20" b="1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850" b="1">
                <a:solidFill>
                  <a:srgbClr val="131318"/>
                </a:solidFill>
                <a:latin typeface="Arial"/>
                <a:cs typeface="Arial"/>
              </a:rPr>
              <a:t>Integration:</a:t>
            </a:r>
            <a:r>
              <a:rPr dirty="0" sz="850" spc="35" b="1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850" spc="-10">
                <a:solidFill>
                  <a:srgbClr val="131318"/>
                </a:solidFill>
                <a:latin typeface="Arial"/>
                <a:cs typeface="Arial"/>
              </a:rPr>
              <a:t>Developed</a:t>
            </a:r>
            <a:r>
              <a:rPr dirty="0" sz="850" spc="-20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131318"/>
                </a:solidFill>
                <a:latin typeface="Arial"/>
                <a:cs typeface="Arial"/>
              </a:rPr>
              <a:t>a</a:t>
            </a:r>
            <a:r>
              <a:rPr dirty="0" sz="850" spc="-20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131318"/>
                </a:solidFill>
                <a:latin typeface="Arial"/>
                <a:cs typeface="Arial"/>
              </a:rPr>
              <a:t>React</a:t>
            </a:r>
            <a:r>
              <a:rPr dirty="0" sz="850" spc="-15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131318"/>
                </a:solidFill>
                <a:latin typeface="Arial"/>
                <a:cs typeface="Arial"/>
              </a:rPr>
              <a:t>dApp</a:t>
            </a:r>
            <a:r>
              <a:rPr dirty="0" sz="850" spc="-20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131318"/>
                </a:solidFill>
                <a:latin typeface="Arial"/>
                <a:cs typeface="Arial"/>
              </a:rPr>
              <a:t>using</a:t>
            </a:r>
            <a:r>
              <a:rPr dirty="0" sz="850" spc="-15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131318"/>
                </a:solidFill>
                <a:latin typeface="Arial"/>
                <a:cs typeface="Arial"/>
              </a:rPr>
              <a:t>ethers.js</a:t>
            </a:r>
            <a:r>
              <a:rPr dirty="0" sz="850" spc="-20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131318"/>
                </a:solidFill>
                <a:latin typeface="Arial"/>
                <a:cs typeface="Arial"/>
              </a:rPr>
              <a:t>and</a:t>
            </a:r>
            <a:r>
              <a:rPr dirty="0" sz="850" spc="-15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850" spc="-10">
                <a:solidFill>
                  <a:srgbClr val="131318"/>
                </a:solidFill>
                <a:latin typeface="Arial"/>
                <a:cs typeface="Arial"/>
              </a:rPr>
              <a:t>MetaMask </a:t>
            </a:r>
            <a:r>
              <a:rPr dirty="0" sz="850">
                <a:solidFill>
                  <a:srgbClr val="131318"/>
                </a:solidFill>
                <a:latin typeface="Arial"/>
                <a:cs typeface="Arial"/>
              </a:rPr>
              <a:t>for</a:t>
            </a:r>
            <a:r>
              <a:rPr dirty="0" sz="850" spc="-25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131318"/>
                </a:solidFill>
                <a:latin typeface="Arial"/>
                <a:cs typeface="Arial"/>
              </a:rPr>
              <a:t>wallet</a:t>
            </a:r>
            <a:r>
              <a:rPr dirty="0" sz="850" spc="-25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131318"/>
                </a:solidFill>
                <a:latin typeface="Arial"/>
                <a:cs typeface="Arial"/>
              </a:rPr>
              <a:t>connectivity</a:t>
            </a:r>
            <a:r>
              <a:rPr dirty="0" sz="850" spc="-25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131318"/>
                </a:solidFill>
                <a:latin typeface="Arial"/>
                <a:cs typeface="Arial"/>
              </a:rPr>
              <a:t>and</a:t>
            </a:r>
            <a:r>
              <a:rPr dirty="0" sz="850" spc="-25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131318"/>
                </a:solidFill>
                <a:latin typeface="Arial"/>
                <a:cs typeface="Arial"/>
              </a:rPr>
              <a:t>escrow</a:t>
            </a:r>
            <a:r>
              <a:rPr dirty="0" sz="850" spc="-25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850" spc="-10">
                <a:solidFill>
                  <a:srgbClr val="131318"/>
                </a:solidFill>
                <a:latin typeface="Arial"/>
                <a:cs typeface="Arial"/>
              </a:rPr>
              <a:t>interaction.</a:t>
            </a:r>
            <a:endParaRPr sz="850">
              <a:latin typeface="Arial"/>
              <a:cs typeface="Arial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Functional</a:t>
            </a:r>
            <a:r>
              <a:rPr dirty="0" spc="170"/>
              <a:t> </a:t>
            </a:r>
            <a:r>
              <a:rPr dirty="0" spc="-10"/>
              <a:t>Requirements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5256733" y="217041"/>
            <a:ext cx="264160" cy="126364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650">
                <a:solidFill>
                  <a:srgbClr val="787D86"/>
                </a:solidFill>
                <a:latin typeface="Arial"/>
                <a:cs typeface="Arial"/>
              </a:rPr>
              <a:t>12</a:t>
            </a:r>
            <a:r>
              <a:rPr dirty="0" sz="650" spc="-65">
                <a:solidFill>
                  <a:srgbClr val="787D86"/>
                </a:solidFill>
                <a:latin typeface="Arial"/>
                <a:cs typeface="Arial"/>
              </a:rPr>
              <a:t> </a:t>
            </a:r>
            <a:r>
              <a:rPr dirty="0" sz="650">
                <a:solidFill>
                  <a:srgbClr val="787D86"/>
                </a:solidFill>
                <a:latin typeface="Arial"/>
                <a:cs typeface="Arial"/>
              </a:rPr>
              <a:t>/</a:t>
            </a:r>
            <a:r>
              <a:rPr dirty="0" sz="650" spc="-65">
                <a:solidFill>
                  <a:srgbClr val="787D86"/>
                </a:solidFill>
                <a:latin typeface="Arial"/>
                <a:cs typeface="Arial"/>
              </a:rPr>
              <a:t> </a:t>
            </a:r>
            <a:r>
              <a:rPr dirty="0" sz="650" spc="-25">
                <a:solidFill>
                  <a:srgbClr val="787D86"/>
                </a:solidFill>
                <a:latin typeface="Arial"/>
                <a:cs typeface="Arial"/>
              </a:rPr>
              <a:t>24</a:t>
            </a:r>
            <a:endParaRPr sz="650">
              <a:latin typeface="Arial"/>
              <a:cs typeface="Arial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36639" y="906851"/>
            <a:ext cx="692785" cy="81153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34925">
              <a:lnSpc>
                <a:spcPct val="150500"/>
              </a:lnSpc>
              <a:spcBef>
                <a:spcPts val="95"/>
              </a:spcBef>
            </a:pPr>
            <a:r>
              <a:rPr dirty="0" sz="550" spc="-10">
                <a:solidFill>
                  <a:srgbClr val="585B66"/>
                </a:solidFill>
                <a:latin typeface="Arial"/>
                <a:cs typeface="Arial"/>
                <a:hlinkClick r:id="rId2" action="ppaction://hlinksldjump"/>
              </a:rPr>
              <a:t>Introduction</a:t>
            </a:r>
            <a:r>
              <a:rPr dirty="0" sz="550" spc="500">
                <a:solidFill>
                  <a:srgbClr val="585B66"/>
                </a:solidFill>
                <a:latin typeface="Arial"/>
                <a:cs typeface="Arial"/>
              </a:rPr>
              <a:t> </a:t>
            </a:r>
            <a:r>
              <a:rPr dirty="0" sz="550">
                <a:solidFill>
                  <a:srgbClr val="585B66"/>
                </a:solidFill>
                <a:latin typeface="Arial"/>
                <a:cs typeface="Arial"/>
                <a:hlinkClick r:id="rId3" action="ppaction://hlinksldjump"/>
              </a:rPr>
              <a:t>Problem</a:t>
            </a:r>
            <a:r>
              <a:rPr dirty="0" sz="550" spc="125">
                <a:solidFill>
                  <a:srgbClr val="585B66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dirty="0" sz="550" spc="-10">
                <a:solidFill>
                  <a:srgbClr val="585B66"/>
                </a:solidFill>
                <a:latin typeface="Arial"/>
                <a:cs typeface="Arial"/>
                <a:hlinkClick r:id="rId3" action="ppaction://hlinksldjump"/>
              </a:rPr>
              <a:t>Statement</a:t>
            </a:r>
            <a:r>
              <a:rPr dirty="0" sz="550" spc="500">
                <a:solidFill>
                  <a:srgbClr val="585B66"/>
                </a:solidFill>
                <a:latin typeface="Arial"/>
                <a:cs typeface="Arial"/>
              </a:rPr>
              <a:t> </a:t>
            </a:r>
            <a:r>
              <a:rPr dirty="0" sz="550" spc="10">
                <a:solidFill>
                  <a:srgbClr val="585B66"/>
                </a:solidFill>
                <a:latin typeface="Arial"/>
                <a:cs typeface="Arial"/>
                <a:hlinkClick r:id="rId4" action="ppaction://hlinksldjump"/>
              </a:rPr>
              <a:t>Literature</a:t>
            </a:r>
            <a:r>
              <a:rPr dirty="0" sz="550" spc="70">
                <a:solidFill>
                  <a:srgbClr val="585B66"/>
                </a:solidFill>
                <a:latin typeface="Arial"/>
                <a:cs typeface="Arial"/>
                <a:hlinkClick r:id="rId4" action="ppaction://hlinksldjump"/>
              </a:rPr>
              <a:t> </a:t>
            </a:r>
            <a:r>
              <a:rPr dirty="0" sz="550" spc="-10">
                <a:solidFill>
                  <a:srgbClr val="585B66"/>
                </a:solidFill>
                <a:latin typeface="Arial"/>
                <a:cs typeface="Arial"/>
                <a:hlinkClick r:id="rId4" action="ppaction://hlinksldjump"/>
              </a:rPr>
              <a:t>Review</a:t>
            </a:r>
            <a:r>
              <a:rPr dirty="0" sz="550" spc="500">
                <a:solidFill>
                  <a:srgbClr val="585B66"/>
                </a:solidFill>
                <a:latin typeface="Arial"/>
                <a:cs typeface="Arial"/>
              </a:rPr>
              <a:t> </a:t>
            </a:r>
            <a:r>
              <a:rPr dirty="0" sz="550" spc="10">
                <a:solidFill>
                  <a:srgbClr val="585B66"/>
                </a:solidFill>
                <a:latin typeface="Arial"/>
                <a:cs typeface="Arial"/>
                <a:hlinkClick r:id="rId5" action="ppaction://hlinksldjump"/>
              </a:rPr>
              <a:t>Proposed</a:t>
            </a:r>
            <a:r>
              <a:rPr dirty="0" sz="550" spc="114">
                <a:solidFill>
                  <a:srgbClr val="585B66"/>
                </a:solidFill>
                <a:latin typeface="Arial"/>
                <a:cs typeface="Arial"/>
                <a:hlinkClick r:id="rId5" action="ppaction://hlinksldjump"/>
              </a:rPr>
              <a:t> </a:t>
            </a:r>
            <a:r>
              <a:rPr dirty="0" sz="550" spc="-10">
                <a:solidFill>
                  <a:srgbClr val="585B66"/>
                </a:solidFill>
                <a:latin typeface="Arial"/>
                <a:cs typeface="Arial"/>
                <a:hlinkClick r:id="rId5" action="ppaction://hlinksldjump"/>
              </a:rPr>
              <a:t>Solution</a:t>
            </a:r>
            <a:endParaRPr sz="550">
              <a:latin typeface="Arial"/>
              <a:cs typeface="Arial"/>
            </a:endParaRPr>
          </a:p>
          <a:p>
            <a:pPr marL="12700" marR="5080">
              <a:lnSpc>
                <a:spcPct val="166600"/>
              </a:lnSpc>
              <a:spcBef>
                <a:spcPts val="10"/>
              </a:spcBef>
            </a:pPr>
            <a:r>
              <a:rPr dirty="0" sz="550">
                <a:solidFill>
                  <a:srgbClr val="585B66"/>
                </a:solidFill>
                <a:latin typeface="Arial"/>
                <a:cs typeface="Arial"/>
                <a:hlinkClick r:id="rId6" action="ppaction://hlinksldjump"/>
              </a:rPr>
              <a:t>System</a:t>
            </a:r>
            <a:r>
              <a:rPr dirty="0" sz="550" spc="135">
                <a:solidFill>
                  <a:srgbClr val="585B66"/>
                </a:solidFill>
                <a:latin typeface="Arial"/>
                <a:cs typeface="Arial"/>
                <a:hlinkClick r:id="rId6" action="ppaction://hlinksldjump"/>
              </a:rPr>
              <a:t> </a:t>
            </a:r>
            <a:r>
              <a:rPr dirty="0" sz="550" spc="-10">
                <a:solidFill>
                  <a:srgbClr val="585B66"/>
                </a:solidFill>
                <a:latin typeface="Arial"/>
                <a:cs typeface="Arial"/>
                <a:hlinkClick r:id="rId6" action="ppaction://hlinksldjump"/>
              </a:rPr>
              <a:t>Architecture</a:t>
            </a:r>
            <a:r>
              <a:rPr dirty="0" sz="550" spc="500">
                <a:solidFill>
                  <a:srgbClr val="585B66"/>
                </a:solidFill>
                <a:latin typeface="Arial"/>
                <a:cs typeface="Arial"/>
              </a:rPr>
              <a:t> </a:t>
            </a:r>
            <a:r>
              <a:rPr dirty="0" sz="550" spc="-10">
                <a:solidFill>
                  <a:srgbClr val="585B66"/>
                </a:solidFill>
                <a:latin typeface="Arial"/>
                <a:cs typeface="Arial"/>
                <a:hlinkClick r:id="rId7" action="ppaction://hlinksldjump"/>
              </a:rPr>
              <a:t>Methodology</a:t>
            </a:r>
            <a:endParaRPr sz="550">
              <a:latin typeface="Arial"/>
              <a:cs typeface="Arial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0" y="1749005"/>
            <a:ext cx="1146175" cy="127000"/>
            <a:chOff x="0" y="1749005"/>
            <a:chExt cx="1146175" cy="127000"/>
          </a:xfrm>
        </p:grpSpPr>
        <p:sp>
          <p:nvSpPr>
            <p:cNvPr id="4" name="object 4"/>
            <p:cNvSpPr/>
            <p:nvPr/>
          </p:nvSpPr>
          <p:spPr>
            <a:xfrm>
              <a:off x="0" y="1749005"/>
              <a:ext cx="20320" cy="127000"/>
            </a:xfrm>
            <a:custGeom>
              <a:avLst/>
              <a:gdLst/>
              <a:ahLst/>
              <a:cxnLst/>
              <a:rect l="l" t="t" r="r" b="b"/>
              <a:pathLst>
                <a:path w="20320" h="127000">
                  <a:moveTo>
                    <a:pt x="20243" y="0"/>
                  </a:moveTo>
                  <a:lnTo>
                    <a:pt x="0" y="0"/>
                  </a:lnTo>
                  <a:lnTo>
                    <a:pt x="0" y="126987"/>
                  </a:lnTo>
                  <a:lnTo>
                    <a:pt x="20243" y="126987"/>
                  </a:lnTo>
                  <a:lnTo>
                    <a:pt x="20243" y="0"/>
                  </a:lnTo>
                  <a:close/>
                </a:path>
              </a:pathLst>
            </a:custGeom>
            <a:solidFill>
              <a:srgbClr val="0B4CB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20243" y="1749005"/>
              <a:ext cx="1125855" cy="127000"/>
            </a:xfrm>
            <a:custGeom>
              <a:avLst/>
              <a:gdLst/>
              <a:ahLst/>
              <a:cxnLst/>
              <a:rect l="l" t="t" r="r" b="b"/>
              <a:pathLst>
                <a:path w="1125855" h="127000">
                  <a:moveTo>
                    <a:pt x="1125423" y="0"/>
                  </a:moveTo>
                  <a:lnTo>
                    <a:pt x="0" y="0"/>
                  </a:lnTo>
                  <a:lnTo>
                    <a:pt x="0" y="126987"/>
                  </a:lnTo>
                  <a:lnTo>
                    <a:pt x="1125423" y="126987"/>
                  </a:lnTo>
                  <a:lnTo>
                    <a:pt x="1125423" y="0"/>
                  </a:lnTo>
                  <a:close/>
                </a:path>
              </a:pathLst>
            </a:custGeom>
            <a:solidFill>
              <a:srgbClr val="DCE5F7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 txBox="1"/>
          <p:nvPr/>
        </p:nvSpPr>
        <p:spPr>
          <a:xfrm>
            <a:off x="20243" y="1743989"/>
            <a:ext cx="1125855" cy="11493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28575">
              <a:lnSpc>
                <a:spcPct val="100000"/>
              </a:lnSpc>
              <a:spcBef>
                <a:spcPts val="135"/>
              </a:spcBef>
            </a:pPr>
            <a:r>
              <a:rPr dirty="0" sz="550" spc="10">
                <a:solidFill>
                  <a:srgbClr val="0B4CB2"/>
                </a:solidFill>
                <a:latin typeface="Arial"/>
                <a:cs typeface="Arial"/>
                <a:hlinkClick r:id="rId8" action="ppaction://hlinksldjump"/>
              </a:rPr>
              <a:t>Functional</a:t>
            </a:r>
            <a:r>
              <a:rPr dirty="0" sz="550" spc="85">
                <a:solidFill>
                  <a:srgbClr val="0B4CB2"/>
                </a:solidFill>
                <a:latin typeface="Arial"/>
                <a:cs typeface="Arial"/>
                <a:hlinkClick r:id="rId8" action="ppaction://hlinksldjump"/>
              </a:rPr>
              <a:t> </a:t>
            </a:r>
            <a:r>
              <a:rPr dirty="0" sz="550" spc="-10">
                <a:solidFill>
                  <a:srgbClr val="0B4CB2"/>
                </a:solidFill>
                <a:latin typeface="Arial"/>
                <a:cs typeface="Arial"/>
                <a:hlinkClick r:id="rId8" action="ppaction://hlinksldjump"/>
              </a:rPr>
              <a:t>Requirements</a:t>
            </a:r>
            <a:endParaRPr sz="55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6639" y="1833417"/>
            <a:ext cx="1015365" cy="981075"/>
          </a:xfrm>
          <a:prstGeom prst="rect">
            <a:avLst/>
          </a:prstGeom>
        </p:spPr>
        <p:txBody>
          <a:bodyPr wrap="square" lIns="0" tIns="10795" rIns="0" bIns="0" rtlCol="0" vert="horz">
            <a:spAutoFit/>
          </a:bodyPr>
          <a:lstStyle/>
          <a:p>
            <a:pPr marL="12700" marR="5080">
              <a:lnSpc>
                <a:spcPct val="167300"/>
              </a:lnSpc>
              <a:spcBef>
                <a:spcPts val="85"/>
              </a:spcBef>
            </a:pPr>
            <a:r>
              <a:rPr dirty="0" sz="550" spc="10">
                <a:solidFill>
                  <a:srgbClr val="585B66"/>
                </a:solidFill>
                <a:latin typeface="Arial"/>
                <a:cs typeface="Arial"/>
                <a:hlinkClick r:id="rId9" action="ppaction://hlinksldjump"/>
              </a:rPr>
              <a:t>Non-Functional</a:t>
            </a:r>
            <a:r>
              <a:rPr dirty="0" sz="550" spc="125">
                <a:solidFill>
                  <a:srgbClr val="585B66"/>
                </a:solidFill>
                <a:latin typeface="Arial"/>
                <a:cs typeface="Arial"/>
                <a:hlinkClick r:id="rId9" action="ppaction://hlinksldjump"/>
              </a:rPr>
              <a:t> </a:t>
            </a:r>
            <a:r>
              <a:rPr dirty="0" sz="550" spc="-10">
                <a:solidFill>
                  <a:srgbClr val="585B66"/>
                </a:solidFill>
                <a:latin typeface="Arial"/>
                <a:cs typeface="Arial"/>
                <a:hlinkClick r:id="rId9" action="ppaction://hlinksldjump"/>
              </a:rPr>
              <a:t>Requirements</a:t>
            </a:r>
            <a:r>
              <a:rPr dirty="0" sz="550" spc="500">
                <a:solidFill>
                  <a:srgbClr val="585B66"/>
                </a:solidFill>
                <a:latin typeface="Arial"/>
                <a:cs typeface="Arial"/>
              </a:rPr>
              <a:t> </a:t>
            </a:r>
            <a:r>
              <a:rPr dirty="0" sz="550">
                <a:solidFill>
                  <a:srgbClr val="585B66"/>
                </a:solidFill>
                <a:latin typeface="Arial"/>
                <a:cs typeface="Arial"/>
                <a:hlinkClick r:id="rId10" action="ppaction://hlinksldjump"/>
              </a:rPr>
              <a:t>Hardware</a:t>
            </a:r>
            <a:r>
              <a:rPr dirty="0" sz="550" spc="150">
                <a:solidFill>
                  <a:srgbClr val="585B66"/>
                </a:solidFill>
                <a:latin typeface="Arial"/>
                <a:cs typeface="Arial"/>
                <a:hlinkClick r:id="rId10" action="ppaction://hlinksldjump"/>
              </a:rPr>
              <a:t> </a:t>
            </a:r>
            <a:r>
              <a:rPr dirty="0" sz="550" spc="-10">
                <a:solidFill>
                  <a:srgbClr val="585B66"/>
                </a:solidFill>
                <a:latin typeface="Arial"/>
                <a:cs typeface="Arial"/>
                <a:hlinkClick r:id="rId10" action="ppaction://hlinksldjump"/>
              </a:rPr>
              <a:t>Requirements</a:t>
            </a:r>
            <a:r>
              <a:rPr dirty="0" sz="550" spc="500">
                <a:solidFill>
                  <a:srgbClr val="585B66"/>
                </a:solidFill>
                <a:latin typeface="Arial"/>
                <a:cs typeface="Arial"/>
              </a:rPr>
              <a:t> </a:t>
            </a:r>
            <a:r>
              <a:rPr dirty="0" sz="550">
                <a:solidFill>
                  <a:srgbClr val="585B66"/>
                </a:solidFill>
                <a:latin typeface="Arial"/>
                <a:cs typeface="Arial"/>
                <a:hlinkClick r:id="rId11" action="ppaction://hlinksldjump"/>
              </a:rPr>
              <a:t>Software</a:t>
            </a:r>
            <a:r>
              <a:rPr dirty="0" sz="550" spc="150">
                <a:solidFill>
                  <a:srgbClr val="585B66"/>
                </a:solidFill>
                <a:latin typeface="Arial"/>
                <a:cs typeface="Arial"/>
                <a:hlinkClick r:id="rId11" action="ppaction://hlinksldjump"/>
              </a:rPr>
              <a:t> </a:t>
            </a:r>
            <a:r>
              <a:rPr dirty="0" sz="550" spc="-10">
                <a:solidFill>
                  <a:srgbClr val="585B66"/>
                </a:solidFill>
                <a:latin typeface="Arial"/>
                <a:cs typeface="Arial"/>
                <a:hlinkClick r:id="rId11" action="ppaction://hlinksldjump"/>
              </a:rPr>
              <a:t>Requirements</a:t>
            </a:r>
            <a:r>
              <a:rPr dirty="0" sz="550" spc="500">
                <a:solidFill>
                  <a:srgbClr val="585B66"/>
                </a:solidFill>
                <a:latin typeface="Arial"/>
                <a:cs typeface="Arial"/>
              </a:rPr>
              <a:t>  </a:t>
            </a:r>
            <a:r>
              <a:rPr dirty="0" sz="550" spc="-10">
                <a:solidFill>
                  <a:srgbClr val="585B66"/>
                </a:solidFill>
                <a:latin typeface="Arial"/>
                <a:cs typeface="Arial"/>
                <a:hlinkClick r:id="rId12" action="ppaction://hlinksldjump"/>
              </a:rPr>
              <a:t>Result</a:t>
            </a:r>
            <a:endParaRPr sz="550">
              <a:latin typeface="Arial"/>
              <a:cs typeface="Arial"/>
            </a:endParaRPr>
          </a:p>
          <a:p>
            <a:pPr marL="12700" marR="547370">
              <a:lnSpc>
                <a:spcPts val="1000"/>
              </a:lnSpc>
              <a:spcBef>
                <a:spcPts val="90"/>
              </a:spcBef>
            </a:pPr>
            <a:r>
              <a:rPr dirty="0" sz="550" spc="-10">
                <a:solidFill>
                  <a:srgbClr val="585B66"/>
                </a:solidFill>
                <a:latin typeface="Arial"/>
                <a:cs typeface="Arial"/>
                <a:hlinkClick r:id="rId13" action="ppaction://hlinksldjump"/>
              </a:rPr>
              <a:t>Conclusion</a:t>
            </a:r>
            <a:r>
              <a:rPr dirty="0" sz="550" spc="500">
                <a:solidFill>
                  <a:srgbClr val="585B66"/>
                </a:solidFill>
                <a:latin typeface="Arial"/>
                <a:cs typeface="Arial"/>
              </a:rPr>
              <a:t> </a:t>
            </a:r>
            <a:r>
              <a:rPr dirty="0" sz="550">
                <a:solidFill>
                  <a:srgbClr val="585B66"/>
                </a:solidFill>
                <a:latin typeface="Arial"/>
                <a:cs typeface="Arial"/>
                <a:hlinkClick r:id="rId14" action="ppaction://hlinksldjump"/>
              </a:rPr>
              <a:t>Future</a:t>
            </a:r>
            <a:r>
              <a:rPr dirty="0" sz="550" spc="120">
                <a:solidFill>
                  <a:srgbClr val="585B66"/>
                </a:solidFill>
                <a:latin typeface="Arial"/>
                <a:cs typeface="Arial"/>
                <a:hlinkClick r:id="rId14" action="ppaction://hlinksldjump"/>
              </a:rPr>
              <a:t> </a:t>
            </a:r>
            <a:r>
              <a:rPr dirty="0" sz="550" spc="-10">
                <a:solidFill>
                  <a:srgbClr val="585B66"/>
                </a:solidFill>
                <a:latin typeface="Arial"/>
                <a:cs typeface="Arial"/>
                <a:hlinkClick r:id="rId14" action="ppaction://hlinksldjump"/>
              </a:rPr>
              <a:t>Scope</a:t>
            </a:r>
            <a:endParaRPr sz="5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60"/>
              </a:spcBef>
            </a:pPr>
            <a:r>
              <a:rPr dirty="0" sz="550" spc="-10">
                <a:solidFill>
                  <a:srgbClr val="585B66"/>
                </a:solidFill>
                <a:latin typeface="Arial"/>
                <a:cs typeface="Arial"/>
                <a:hlinkClick r:id="rId15" action="ppaction://hlinksldjump"/>
              </a:rPr>
              <a:t>References</a:t>
            </a:r>
            <a:endParaRPr sz="55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547241" y="709344"/>
            <a:ext cx="3766820" cy="214820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635" marR="199390" indent="-115570">
              <a:lnSpc>
                <a:spcPct val="104900"/>
              </a:lnSpc>
              <a:spcBef>
                <a:spcPts val="100"/>
              </a:spcBef>
              <a:buClr>
                <a:srgbClr val="0B4CB2"/>
              </a:buClr>
              <a:buSzPct val="73684"/>
              <a:buFont typeface="Arial"/>
              <a:buChar char="•"/>
              <a:tabLst>
                <a:tab pos="127635" algn="l"/>
              </a:tabLst>
            </a:pPr>
            <a:r>
              <a:rPr dirty="0" sz="950">
                <a:solidFill>
                  <a:srgbClr val="131318"/>
                </a:solidFill>
                <a:latin typeface="Arial"/>
                <a:cs typeface="Arial"/>
              </a:rPr>
              <a:t>Create</a:t>
            </a:r>
            <a:r>
              <a:rPr dirty="0" sz="950" spc="-15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31318"/>
                </a:solidFill>
                <a:latin typeface="Arial"/>
                <a:cs typeface="Arial"/>
              </a:rPr>
              <a:t>a</a:t>
            </a:r>
            <a:r>
              <a:rPr dirty="0" sz="950" spc="-15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950" spc="-10">
                <a:solidFill>
                  <a:srgbClr val="131318"/>
                </a:solidFill>
                <a:latin typeface="Arial"/>
                <a:cs typeface="Arial"/>
              </a:rPr>
              <a:t>deal-</a:t>
            </a:r>
            <a:r>
              <a:rPr dirty="0" sz="950">
                <a:solidFill>
                  <a:srgbClr val="131318"/>
                </a:solidFill>
                <a:latin typeface="Arial"/>
                <a:cs typeface="Arial"/>
              </a:rPr>
              <a:t>specific</a:t>
            </a:r>
            <a:r>
              <a:rPr dirty="0" sz="950" spc="-10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31318"/>
                </a:solidFill>
                <a:latin typeface="Arial"/>
                <a:cs typeface="Arial"/>
              </a:rPr>
              <a:t>escrow</a:t>
            </a:r>
            <a:r>
              <a:rPr dirty="0" sz="950" spc="-15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31318"/>
                </a:solidFill>
                <a:latin typeface="Arial"/>
                <a:cs typeface="Arial"/>
              </a:rPr>
              <a:t>with</a:t>
            </a:r>
            <a:r>
              <a:rPr dirty="0" sz="950" spc="-15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31318"/>
                </a:solidFill>
                <a:latin typeface="Arial"/>
                <a:cs typeface="Arial"/>
              </a:rPr>
              <a:t>validated</a:t>
            </a:r>
            <a:r>
              <a:rPr dirty="0" sz="950" spc="-10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31318"/>
                </a:solidFill>
                <a:latin typeface="Arial"/>
                <a:cs typeface="Arial"/>
              </a:rPr>
              <a:t>parties,</a:t>
            </a:r>
            <a:r>
              <a:rPr dirty="0" sz="950" spc="-15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31318"/>
                </a:solidFill>
                <a:latin typeface="Arial"/>
                <a:cs typeface="Arial"/>
              </a:rPr>
              <a:t>amount</a:t>
            </a:r>
            <a:r>
              <a:rPr dirty="0" sz="950" spc="-15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950" spc="-25">
                <a:solidFill>
                  <a:srgbClr val="131318"/>
                </a:solidFill>
                <a:latin typeface="Arial"/>
                <a:cs typeface="Arial"/>
              </a:rPr>
              <a:t>and </a:t>
            </a:r>
            <a:r>
              <a:rPr dirty="0" sz="950">
                <a:solidFill>
                  <a:srgbClr val="131318"/>
                </a:solidFill>
                <a:latin typeface="Arial"/>
                <a:cs typeface="Arial"/>
              </a:rPr>
              <a:t>deadline</a:t>
            </a:r>
            <a:r>
              <a:rPr dirty="0" sz="950" spc="-5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950" spc="-10">
                <a:solidFill>
                  <a:srgbClr val="131318"/>
                </a:solidFill>
                <a:latin typeface="Arial"/>
                <a:cs typeface="Arial"/>
              </a:rPr>
              <a:t>windows.</a:t>
            </a:r>
            <a:endParaRPr sz="950">
              <a:latin typeface="Arial"/>
              <a:cs typeface="Arial"/>
            </a:endParaRPr>
          </a:p>
          <a:p>
            <a:pPr marL="127635" marR="246379" indent="-115570">
              <a:lnSpc>
                <a:spcPct val="104900"/>
              </a:lnSpc>
              <a:spcBef>
                <a:spcPts val="470"/>
              </a:spcBef>
              <a:buClr>
                <a:srgbClr val="0B4CB2"/>
              </a:buClr>
              <a:buSzPct val="73684"/>
              <a:buFont typeface="Arial"/>
              <a:buChar char="•"/>
              <a:tabLst>
                <a:tab pos="127635" algn="l"/>
              </a:tabLst>
            </a:pPr>
            <a:r>
              <a:rPr dirty="0" sz="950">
                <a:solidFill>
                  <a:srgbClr val="131318"/>
                </a:solidFill>
                <a:latin typeface="Arial"/>
                <a:cs typeface="Arial"/>
              </a:rPr>
              <a:t>Allow</a:t>
            </a:r>
            <a:r>
              <a:rPr dirty="0" sz="950" spc="-5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31318"/>
                </a:solidFill>
                <a:latin typeface="Arial"/>
                <a:cs typeface="Arial"/>
              </a:rPr>
              <a:t>exporter</a:t>
            </a:r>
            <a:r>
              <a:rPr dirty="0" sz="950" spc="-5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31318"/>
                </a:solidFill>
                <a:latin typeface="Arial"/>
                <a:cs typeface="Arial"/>
              </a:rPr>
              <a:t>acceptance</a:t>
            </a:r>
            <a:r>
              <a:rPr dirty="0" sz="950" spc="-5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31318"/>
                </a:solidFill>
                <a:latin typeface="Arial"/>
                <a:cs typeface="Arial"/>
              </a:rPr>
              <a:t>and</a:t>
            </a:r>
            <a:r>
              <a:rPr dirty="0" sz="950" spc="-5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31318"/>
                </a:solidFill>
                <a:latin typeface="Arial"/>
                <a:cs typeface="Arial"/>
              </a:rPr>
              <a:t>importer</a:t>
            </a:r>
            <a:r>
              <a:rPr dirty="0" sz="950" spc="-5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31318"/>
                </a:solidFill>
                <a:latin typeface="Arial"/>
                <a:cs typeface="Arial"/>
              </a:rPr>
              <a:t>deposit;</a:t>
            </a:r>
            <a:r>
              <a:rPr dirty="0" sz="950" spc="-5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31318"/>
                </a:solidFill>
                <a:latin typeface="Arial"/>
                <a:cs typeface="Arial"/>
              </a:rPr>
              <a:t>charge</a:t>
            </a:r>
            <a:r>
              <a:rPr dirty="0" sz="950" spc="-5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31318"/>
                </a:solidFill>
                <a:latin typeface="Arial"/>
                <a:cs typeface="Arial"/>
              </a:rPr>
              <a:t>the</a:t>
            </a:r>
            <a:r>
              <a:rPr dirty="0" sz="950" spc="-5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950" spc="-25">
                <a:solidFill>
                  <a:srgbClr val="131318"/>
                </a:solidFill>
                <a:latin typeface="Arial"/>
                <a:cs typeface="Arial"/>
              </a:rPr>
              <a:t>2% </a:t>
            </a:r>
            <a:r>
              <a:rPr dirty="0" sz="950">
                <a:solidFill>
                  <a:srgbClr val="131318"/>
                </a:solidFill>
                <a:latin typeface="Arial"/>
                <a:cs typeface="Arial"/>
              </a:rPr>
              <a:t>platform</a:t>
            </a:r>
            <a:r>
              <a:rPr dirty="0" sz="950" spc="-20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31318"/>
                </a:solidFill>
                <a:latin typeface="Arial"/>
                <a:cs typeface="Arial"/>
              </a:rPr>
              <a:t>fee</a:t>
            </a:r>
            <a:r>
              <a:rPr dirty="0" sz="950" spc="-20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31318"/>
                </a:solidFill>
                <a:latin typeface="Arial"/>
                <a:cs typeface="Arial"/>
              </a:rPr>
              <a:t>at</a:t>
            </a:r>
            <a:r>
              <a:rPr dirty="0" sz="950" spc="-15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950" spc="-10">
                <a:solidFill>
                  <a:srgbClr val="131318"/>
                </a:solidFill>
                <a:latin typeface="Arial"/>
                <a:cs typeface="Arial"/>
              </a:rPr>
              <a:t>deposit.</a:t>
            </a:r>
            <a:endParaRPr sz="950">
              <a:latin typeface="Arial"/>
              <a:cs typeface="Arial"/>
            </a:endParaRPr>
          </a:p>
          <a:p>
            <a:pPr marL="127635" marR="557530" indent="-115570">
              <a:lnSpc>
                <a:spcPct val="104900"/>
              </a:lnSpc>
              <a:spcBef>
                <a:spcPts val="475"/>
              </a:spcBef>
              <a:buClr>
                <a:srgbClr val="0B4CB2"/>
              </a:buClr>
              <a:buSzPct val="73684"/>
              <a:buFont typeface="Arial"/>
              <a:buChar char="•"/>
              <a:tabLst>
                <a:tab pos="127635" algn="l"/>
              </a:tabLst>
            </a:pPr>
            <a:r>
              <a:rPr dirty="0" sz="950">
                <a:solidFill>
                  <a:srgbClr val="131318"/>
                </a:solidFill>
                <a:latin typeface="Arial"/>
                <a:cs typeface="Arial"/>
              </a:rPr>
              <a:t>Require</a:t>
            </a:r>
            <a:r>
              <a:rPr dirty="0" sz="950" spc="-20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31318"/>
                </a:solidFill>
                <a:latin typeface="Arial"/>
                <a:cs typeface="Arial"/>
              </a:rPr>
              <a:t>attestor</a:t>
            </a:r>
            <a:r>
              <a:rPr dirty="0" sz="950" spc="-20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31318"/>
                </a:solidFill>
                <a:latin typeface="Arial"/>
                <a:cs typeface="Arial"/>
              </a:rPr>
              <a:t>staking</a:t>
            </a:r>
            <a:r>
              <a:rPr dirty="0" sz="950" spc="-15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31318"/>
                </a:solidFill>
                <a:latin typeface="Arial"/>
                <a:cs typeface="Arial"/>
              </a:rPr>
              <a:t>before</a:t>
            </a:r>
            <a:r>
              <a:rPr dirty="0" sz="950" spc="-20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31318"/>
                </a:solidFill>
                <a:latin typeface="Arial"/>
                <a:cs typeface="Arial"/>
              </a:rPr>
              <a:t>voting</a:t>
            </a:r>
            <a:r>
              <a:rPr dirty="0" sz="950" spc="-15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31318"/>
                </a:solidFill>
                <a:latin typeface="Arial"/>
                <a:cs typeface="Arial"/>
              </a:rPr>
              <a:t>and</a:t>
            </a:r>
            <a:r>
              <a:rPr dirty="0" sz="950" spc="-20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31318"/>
                </a:solidFill>
                <a:latin typeface="Arial"/>
                <a:cs typeface="Arial"/>
              </a:rPr>
              <a:t>count</a:t>
            </a:r>
            <a:r>
              <a:rPr dirty="0" sz="950" spc="-15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950" spc="-10">
                <a:solidFill>
                  <a:srgbClr val="131318"/>
                </a:solidFill>
                <a:latin typeface="Arial"/>
                <a:cs typeface="Arial"/>
              </a:rPr>
              <a:t>matching </a:t>
            </a:r>
            <a:r>
              <a:rPr dirty="0" sz="950">
                <a:solidFill>
                  <a:srgbClr val="131318"/>
                </a:solidFill>
                <a:latin typeface="Arial"/>
                <a:cs typeface="Arial"/>
              </a:rPr>
              <a:t>state/status/hash</a:t>
            </a:r>
            <a:r>
              <a:rPr dirty="0" sz="950" spc="-5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950" spc="-10">
                <a:solidFill>
                  <a:srgbClr val="131318"/>
                </a:solidFill>
                <a:latin typeface="Arial"/>
                <a:cs typeface="Arial"/>
              </a:rPr>
              <a:t>triples.</a:t>
            </a:r>
            <a:endParaRPr sz="950">
              <a:latin typeface="Arial"/>
              <a:cs typeface="Arial"/>
            </a:endParaRPr>
          </a:p>
          <a:p>
            <a:pPr marL="127635" marR="5080" indent="-115570">
              <a:lnSpc>
                <a:spcPct val="104900"/>
              </a:lnSpc>
              <a:spcBef>
                <a:spcPts val="470"/>
              </a:spcBef>
              <a:buClr>
                <a:srgbClr val="0B4CB2"/>
              </a:buClr>
              <a:buSzPct val="73684"/>
              <a:buFont typeface="Arial"/>
              <a:buChar char="•"/>
              <a:tabLst>
                <a:tab pos="127635" algn="l"/>
              </a:tabLst>
            </a:pPr>
            <a:r>
              <a:rPr dirty="0" sz="950">
                <a:solidFill>
                  <a:srgbClr val="131318"/>
                </a:solidFill>
                <a:latin typeface="Arial"/>
                <a:cs typeface="Arial"/>
              </a:rPr>
              <a:t>Support</a:t>
            </a:r>
            <a:r>
              <a:rPr dirty="0" sz="950" spc="5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31318"/>
                </a:solidFill>
                <a:latin typeface="Arial"/>
                <a:cs typeface="Arial"/>
              </a:rPr>
              <a:t>exporter</a:t>
            </a:r>
            <a:r>
              <a:rPr dirty="0" sz="950" spc="10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950" spc="-10">
                <a:solidFill>
                  <a:srgbClr val="131318"/>
                </a:solidFill>
                <a:latin typeface="Arial"/>
                <a:cs typeface="Arial"/>
              </a:rPr>
              <a:t>withdrawal,</a:t>
            </a:r>
            <a:r>
              <a:rPr dirty="0" sz="950" spc="10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31318"/>
                </a:solidFill>
                <a:latin typeface="Arial"/>
                <a:cs typeface="Arial"/>
              </a:rPr>
              <a:t>importer</a:t>
            </a:r>
            <a:r>
              <a:rPr dirty="0" sz="950" spc="10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31318"/>
                </a:solidFill>
                <a:latin typeface="Arial"/>
                <a:cs typeface="Arial"/>
              </a:rPr>
              <a:t>refund,</a:t>
            </a:r>
            <a:r>
              <a:rPr dirty="0" sz="950" spc="5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31318"/>
                </a:solidFill>
                <a:latin typeface="Arial"/>
                <a:cs typeface="Arial"/>
              </a:rPr>
              <a:t>dispute</a:t>
            </a:r>
            <a:r>
              <a:rPr dirty="0" sz="950" spc="10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31318"/>
                </a:solidFill>
                <a:latin typeface="Arial"/>
                <a:cs typeface="Arial"/>
              </a:rPr>
              <a:t>resolution</a:t>
            </a:r>
            <a:r>
              <a:rPr dirty="0" sz="950" spc="10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950" spc="-25">
                <a:solidFill>
                  <a:srgbClr val="131318"/>
                </a:solidFill>
                <a:latin typeface="Arial"/>
                <a:cs typeface="Arial"/>
              </a:rPr>
              <a:t>and </a:t>
            </a:r>
            <a:r>
              <a:rPr dirty="0" sz="950">
                <a:solidFill>
                  <a:srgbClr val="131318"/>
                </a:solidFill>
                <a:latin typeface="Arial"/>
                <a:cs typeface="Arial"/>
              </a:rPr>
              <a:t>timeout</a:t>
            </a:r>
            <a:r>
              <a:rPr dirty="0" sz="950" spc="-5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950" spc="-10">
                <a:solidFill>
                  <a:srgbClr val="131318"/>
                </a:solidFill>
                <a:latin typeface="Arial"/>
                <a:cs typeface="Arial"/>
              </a:rPr>
              <a:t>backstops.</a:t>
            </a:r>
            <a:endParaRPr sz="950">
              <a:latin typeface="Arial"/>
              <a:cs typeface="Arial"/>
            </a:endParaRPr>
          </a:p>
          <a:p>
            <a:pPr marL="127635" marR="33020" indent="-115570">
              <a:lnSpc>
                <a:spcPct val="104900"/>
              </a:lnSpc>
              <a:spcBef>
                <a:spcPts val="475"/>
              </a:spcBef>
              <a:buClr>
                <a:srgbClr val="0B4CB2"/>
              </a:buClr>
              <a:buSzPct val="73684"/>
              <a:buFont typeface="Arial"/>
              <a:buChar char="•"/>
              <a:tabLst>
                <a:tab pos="127635" algn="l"/>
              </a:tabLst>
            </a:pPr>
            <a:r>
              <a:rPr dirty="0" sz="950">
                <a:solidFill>
                  <a:srgbClr val="131318"/>
                </a:solidFill>
                <a:latin typeface="Arial"/>
                <a:cs typeface="Arial"/>
              </a:rPr>
              <a:t>Provide</a:t>
            </a:r>
            <a:r>
              <a:rPr dirty="0" sz="950" spc="-30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31318"/>
                </a:solidFill>
                <a:latin typeface="Arial"/>
                <a:cs typeface="Arial"/>
              </a:rPr>
              <a:t>public</a:t>
            </a:r>
            <a:r>
              <a:rPr dirty="0" sz="950" spc="-30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31318"/>
                </a:solidFill>
                <a:latin typeface="Arial"/>
                <a:cs typeface="Arial"/>
              </a:rPr>
              <a:t>consignment</a:t>
            </a:r>
            <a:r>
              <a:rPr dirty="0" sz="950" spc="-25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31318"/>
                </a:solidFill>
                <a:latin typeface="Arial"/>
                <a:cs typeface="Arial"/>
              </a:rPr>
              <a:t>tracking</a:t>
            </a:r>
            <a:r>
              <a:rPr dirty="0" sz="950" spc="-30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31318"/>
                </a:solidFill>
                <a:latin typeface="Arial"/>
                <a:cs typeface="Arial"/>
              </a:rPr>
              <a:t>plus</a:t>
            </a:r>
            <a:r>
              <a:rPr dirty="0" sz="950" spc="-25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31318"/>
                </a:solidFill>
                <a:latin typeface="Arial"/>
                <a:cs typeface="Arial"/>
              </a:rPr>
              <a:t>trader</a:t>
            </a:r>
            <a:r>
              <a:rPr dirty="0" sz="950" spc="-30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31318"/>
                </a:solidFill>
                <a:latin typeface="Arial"/>
                <a:cs typeface="Arial"/>
              </a:rPr>
              <a:t>and</a:t>
            </a:r>
            <a:r>
              <a:rPr dirty="0" sz="950" spc="-30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31318"/>
                </a:solidFill>
                <a:latin typeface="Arial"/>
                <a:cs typeface="Arial"/>
              </a:rPr>
              <a:t>customs-</a:t>
            </a:r>
            <a:r>
              <a:rPr dirty="0" sz="950" spc="-10">
                <a:solidFill>
                  <a:srgbClr val="131318"/>
                </a:solidFill>
                <a:latin typeface="Arial"/>
                <a:cs typeface="Arial"/>
              </a:rPr>
              <a:t>officer </a:t>
            </a:r>
            <a:r>
              <a:rPr dirty="0" sz="950">
                <a:solidFill>
                  <a:srgbClr val="131318"/>
                </a:solidFill>
                <a:latin typeface="Arial"/>
                <a:cs typeface="Arial"/>
              </a:rPr>
              <a:t>workflows</a:t>
            </a:r>
            <a:r>
              <a:rPr dirty="0" sz="950" spc="-30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31318"/>
                </a:solidFill>
                <a:latin typeface="Arial"/>
                <a:cs typeface="Arial"/>
              </a:rPr>
              <a:t>in</a:t>
            </a:r>
            <a:r>
              <a:rPr dirty="0" sz="950" spc="-25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31318"/>
                </a:solidFill>
                <a:latin typeface="Arial"/>
                <a:cs typeface="Arial"/>
              </a:rPr>
              <a:t>the</a:t>
            </a:r>
            <a:r>
              <a:rPr dirty="0" sz="950" spc="-25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31318"/>
                </a:solidFill>
                <a:latin typeface="Arial"/>
                <a:cs typeface="Arial"/>
              </a:rPr>
              <a:t>mock</a:t>
            </a:r>
            <a:r>
              <a:rPr dirty="0" sz="950" spc="-25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950" spc="-10">
                <a:solidFill>
                  <a:srgbClr val="131318"/>
                </a:solidFill>
                <a:latin typeface="Arial"/>
                <a:cs typeface="Arial"/>
              </a:rPr>
              <a:t>portal.</a:t>
            </a:r>
            <a:endParaRPr sz="950">
              <a:latin typeface="Arial"/>
              <a:cs typeface="Arial"/>
            </a:endParaRPr>
          </a:p>
          <a:p>
            <a:pPr marL="127635" marR="185420" indent="-115570">
              <a:lnSpc>
                <a:spcPct val="104900"/>
              </a:lnSpc>
              <a:spcBef>
                <a:spcPts val="475"/>
              </a:spcBef>
              <a:buClr>
                <a:srgbClr val="0B4CB2"/>
              </a:buClr>
              <a:buSzPct val="73684"/>
              <a:buFont typeface="Arial"/>
              <a:buChar char="•"/>
              <a:tabLst>
                <a:tab pos="127635" algn="l"/>
              </a:tabLst>
            </a:pPr>
            <a:r>
              <a:rPr dirty="0" sz="950">
                <a:solidFill>
                  <a:srgbClr val="131318"/>
                </a:solidFill>
                <a:latin typeface="Arial"/>
                <a:cs typeface="Arial"/>
              </a:rPr>
              <a:t>Connect</a:t>
            </a:r>
            <a:r>
              <a:rPr dirty="0" sz="950" spc="-25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31318"/>
                </a:solidFill>
                <a:latin typeface="Arial"/>
                <a:cs typeface="Arial"/>
              </a:rPr>
              <a:t>a</a:t>
            </a:r>
            <a:r>
              <a:rPr dirty="0" sz="950" spc="-20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31318"/>
                </a:solidFill>
                <a:latin typeface="Arial"/>
                <a:cs typeface="Arial"/>
              </a:rPr>
              <a:t>wallet</a:t>
            </a:r>
            <a:r>
              <a:rPr dirty="0" sz="950" spc="-20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31318"/>
                </a:solidFill>
                <a:latin typeface="Arial"/>
                <a:cs typeface="Arial"/>
              </a:rPr>
              <a:t>in</a:t>
            </a:r>
            <a:r>
              <a:rPr dirty="0" sz="950" spc="-20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31318"/>
                </a:solidFill>
                <a:latin typeface="Arial"/>
                <a:cs typeface="Arial"/>
              </a:rPr>
              <a:t>the</a:t>
            </a:r>
            <a:r>
              <a:rPr dirty="0" sz="950" spc="-20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31318"/>
                </a:solidFill>
                <a:latin typeface="Arial"/>
                <a:cs typeface="Arial"/>
              </a:rPr>
              <a:t>dApp,</a:t>
            </a:r>
            <a:r>
              <a:rPr dirty="0" sz="950" spc="-20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31318"/>
                </a:solidFill>
                <a:latin typeface="Arial"/>
                <a:cs typeface="Arial"/>
              </a:rPr>
              <a:t>derive</a:t>
            </a:r>
            <a:r>
              <a:rPr dirty="0" sz="950" spc="-20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31318"/>
                </a:solidFill>
                <a:latin typeface="Arial"/>
                <a:cs typeface="Arial"/>
              </a:rPr>
              <a:t>roles</a:t>
            </a:r>
            <a:r>
              <a:rPr dirty="0" sz="950" spc="-20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31318"/>
                </a:solidFill>
                <a:latin typeface="Arial"/>
                <a:cs typeface="Arial"/>
              </a:rPr>
              <a:t>from</a:t>
            </a:r>
            <a:r>
              <a:rPr dirty="0" sz="950" spc="-20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31318"/>
                </a:solidFill>
                <a:latin typeface="Arial"/>
                <a:cs typeface="Arial"/>
              </a:rPr>
              <a:t>contract</a:t>
            </a:r>
            <a:r>
              <a:rPr dirty="0" sz="950" spc="-25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31318"/>
                </a:solidFill>
                <a:latin typeface="Arial"/>
                <a:cs typeface="Arial"/>
              </a:rPr>
              <a:t>data</a:t>
            </a:r>
            <a:r>
              <a:rPr dirty="0" sz="950" spc="-20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950" spc="-25">
                <a:solidFill>
                  <a:srgbClr val="131318"/>
                </a:solidFill>
                <a:latin typeface="Arial"/>
                <a:cs typeface="Arial"/>
              </a:rPr>
              <a:t>and </a:t>
            </a:r>
            <a:r>
              <a:rPr dirty="0" sz="950">
                <a:solidFill>
                  <a:srgbClr val="131318"/>
                </a:solidFill>
                <a:latin typeface="Arial"/>
                <a:cs typeface="Arial"/>
              </a:rPr>
              <a:t>display</a:t>
            </a:r>
            <a:r>
              <a:rPr dirty="0" sz="950" spc="-30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31318"/>
                </a:solidFill>
                <a:latin typeface="Arial"/>
                <a:cs typeface="Arial"/>
              </a:rPr>
              <a:t>role-appropriate</a:t>
            </a:r>
            <a:r>
              <a:rPr dirty="0" sz="950" spc="-30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950" spc="-10">
                <a:solidFill>
                  <a:srgbClr val="131318"/>
                </a:solidFill>
                <a:latin typeface="Arial"/>
                <a:cs typeface="Arial"/>
              </a:rPr>
              <a:t>actions.</a:t>
            </a:r>
            <a:endParaRPr sz="950">
              <a:latin typeface="Arial"/>
              <a:cs typeface="Arial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Non-Functional</a:t>
            </a:r>
            <a:r>
              <a:rPr dirty="0" spc="240"/>
              <a:t> </a:t>
            </a:r>
            <a:r>
              <a:rPr dirty="0" spc="-10"/>
              <a:t>Requirements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5256733" y="217041"/>
            <a:ext cx="264160" cy="126364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650">
                <a:solidFill>
                  <a:srgbClr val="787D86"/>
                </a:solidFill>
                <a:latin typeface="Arial"/>
                <a:cs typeface="Arial"/>
              </a:rPr>
              <a:t>13</a:t>
            </a:r>
            <a:r>
              <a:rPr dirty="0" sz="650" spc="-65">
                <a:solidFill>
                  <a:srgbClr val="787D86"/>
                </a:solidFill>
                <a:latin typeface="Arial"/>
                <a:cs typeface="Arial"/>
              </a:rPr>
              <a:t> </a:t>
            </a:r>
            <a:r>
              <a:rPr dirty="0" sz="650">
                <a:solidFill>
                  <a:srgbClr val="787D86"/>
                </a:solidFill>
                <a:latin typeface="Arial"/>
                <a:cs typeface="Arial"/>
              </a:rPr>
              <a:t>/</a:t>
            </a:r>
            <a:r>
              <a:rPr dirty="0" sz="650" spc="-65">
                <a:solidFill>
                  <a:srgbClr val="787D86"/>
                </a:solidFill>
                <a:latin typeface="Arial"/>
                <a:cs typeface="Arial"/>
              </a:rPr>
              <a:t> </a:t>
            </a:r>
            <a:r>
              <a:rPr dirty="0" sz="650" spc="-25">
                <a:solidFill>
                  <a:srgbClr val="787D86"/>
                </a:solidFill>
                <a:latin typeface="Arial"/>
                <a:cs typeface="Arial"/>
              </a:rPr>
              <a:t>24</a:t>
            </a:r>
            <a:endParaRPr sz="650">
              <a:latin typeface="Arial"/>
              <a:cs typeface="Arial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36639" y="906851"/>
            <a:ext cx="854075" cy="9525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196850">
              <a:lnSpc>
                <a:spcPct val="150500"/>
              </a:lnSpc>
              <a:spcBef>
                <a:spcPts val="95"/>
              </a:spcBef>
            </a:pPr>
            <a:r>
              <a:rPr dirty="0" sz="550" spc="-10">
                <a:solidFill>
                  <a:srgbClr val="585B66"/>
                </a:solidFill>
                <a:latin typeface="Arial"/>
                <a:cs typeface="Arial"/>
                <a:hlinkClick r:id="rId2" action="ppaction://hlinksldjump"/>
              </a:rPr>
              <a:t>Introduction</a:t>
            </a:r>
            <a:r>
              <a:rPr dirty="0" sz="550" spc="500">
                <a:solidFill>
                  <a:srgbClr val="585B66"/>
                </a:solidFill>
                <a:latin typeface="Arial"/>
                <a:cs typeface="Arial"/>
              </a:rPr>
              <a:t> </a:t>
            </a:r>
            <a:r>
              <a:rPr dirty="0" sz="550">
                <a:solidFill>
                  <a:srgbClr val="585B66"/>
                </a:solidFill>
                <a:latin typeface="Arial"/>
                <a:cs typeface="Arial"/>
                <a:hlinkClick r:id="rId3" action="ppaction://hlinksldjump"/>
              </a:rPr>
              <a:t>Problem</a:t>
            </a:r>
            <a:r>
              <a:rPr dirty="0" sz="550" spc="125">
                <a:solidFill>
                  <a:srgbClr val="585B66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dirty="0" sz="550" spc="-10">
                <a:solidFill>
                  <a:srgbClr val="585B66"/>
                </a:solidFill>
                <a:latin typeface="Arial"/>
                <a:cs typeface="Arial"/>
                <a:hlinkClick r:id="rId3" action="ppaction://hlinksldjump"/>
              </a:rPr>
              <a:t>Statement</a:t>
            </a:r>
            <a:r>
              <a:rPr dirty="0" sz="550" spc="500">
                <a:solidFill>
                  <a:srgbClr val="585B66"/>
                </a:solidFill>
                <a:latin typeface="Arial"/>
                <a:cs typeface="Arial"/>
              </a:rPr>
              <a:t> </a:t>
            </a:r>
            <a:r>
              <a:rPr dirty="0" sz="550" spc="10">
                <a:solidFill>
                  <a:srgbClr val="585B66"/>
                </a:solidFill>
                <a:latin typeface="Arial"/>
                <a:cs typeface="Arial"/>
                <a:hlinkClick r:id="rId4" action="ppaction://hlinksldjump"/>
              </a:rPr>
              <a:t>Literature</a:t>
            </a:r>
            <a:r>
              <a:rPr dirty="0" sz="550" spc="70">
                <a:solidFill>
                  <a:srgbClr val="585B66"/>
                </a:solidFill>
                <a:latin typeface="Arial"/>
                <a:cs typeface="Arial"/>
                <a:hlinkClick r:id="rId4" action="ppaction://hlinksldjump"/>
              </a:rPr>
              <a:t> </a:t>
            </a:r>
            <a:r>
              <a:rPr dirty="0" sz="550" spc="-10">
                <a:solidFill>
                  <a:srgbClr val="585B66"/>
                </a:solidFill>
                <a:latin typeface="Arial"/>
                <a:cs typeface="Arial"/>
                <a:hlinkClick r:id="rId4" action="ppaction://hlinksldjump"/>
              </a:rPr>
              <a:t>Review</a:t>
            </a:r>
            <a:r>
              <a:rPr dirty="0" sz="550" spc="500">
                <a:solidFill>
                  <a:srgbClr val="585B66"/>
                </a:solidFill>
                <a:latin typeface="Arial"/>
                <a:cs typeface="Arial"/>
              </a:rPr>
              <a:t> </a:t>
            </a:r>
            <a:r>
              <a:rPr dirty="0" sz="550" spc="10">
                <a:solidFill>
                  <a:srgbClr val="585B66"/>
                </a:solidFill>
                <a:latin typeface="Arial"/>
                <a:cs typeface="Arial"/>
                <a:hlinkClick r:id="rId5" action="ppaction://hlinksldjump"/>
              </a:rPr>
              <a:t>Proposed</a:t>
            </a:r>
            <a:r>
              <a:rPr dirty="0" sz="550" spc="114">
                <a:solidFill>
                  <a:srgbClr val="585B66"/>
                </a:solidFill>
                <a:latin typeface="Arial"/>
                <a:cs typeface="Arial"/>
                <a:hlinkClick r:id="rId5" action="ppaction://hlinksldjump"/>
              </a:rPr>
              <a:t> </a:t>
            </a:r>
            <a:r>
              <a:rPr dirty="0" sz="550" spc="-10">
                <a:solidFill>
                  <a:srgbClr val="585B66"/>
                </a:solidFill>
                <a:latin typeface="Arial"/>
                <a:cs typeface="Arial"/>
                <a:hlinkClick r:id="rId5" action="ppaction://hlinksldjump"/>
              </a:rPr>
              <a:t>Solution</a:t>
            </a:r>
            <a:endParaRPr sz="550">
              <a:latin typeface="Arial"/>
              <a:cs typeface="Arial"/>
            </a:endParaRPr>
          </a:p>
          <a:p>
            <a:pPr marL="12700" marR="166370">
              <a:lnSpc>
                <a:spcPct val="166600"/>
              </a:lnSpc>
              <a:spcBef>
                <a:spcPts val="10"/>
              </a:spcBef>
            </a:pPr>
            <a:r>
              <a:rPr dirty="0" sz="550">
                <a:solidFill>
                  <a:srgbClr val="585B66"/>
                </a:solidFill>
                <a:latin typeface="Arial"/>
                <a:cs typeface="Arial"/>
                <a:hlinkClick r:id="rId6" action="ppaction://hlinksldjump"/>
              </a:rPr>
              <a:t>System</a:t>
            </a:r>
            <a:r>
              <a:rPr dirty="0" sz="550" spc="135">
                <a:solidFill>
                  <a:srgbClr val="585B66"/>
                </a:solidFill>
                <a:latin typeface="Arial"/>
                <a:cs typeface="Arial"/>
                <a:hlinkClick r:id="rId6" action="ppaction://hlinksldjump"/>
              </a:rPr>
              <a:t> </a:t>
            </a:r>
            <a:r>
              <a:rPr dirty="0" sz="550" spc="-10">
                <a:solidFill>
                  <a:srgbClr val="585B66"/>
                </a:solidFill>
                <a:latin typeface="Arial"/>
                <a:cs typeface="Arial"/>
                <a:hlinkClick r:id="rId6" action="ppaction://hlinksldjump"/>
              </a:rPr>
              <a:t>Architecture</a:t>
            </a:r>
            <a:r>
              <a:rPr dirty="0" sz="550" spc="500">
                <a:solidFill>
                  <a:srgbClr val="585B66"/>
                </a:solidFill>
                <a:latin typeface="Arial"/>
                <a:cs typeface="Arial"/>
              </a:rPr>
              <a:t> </a:t>
            </a:r>
            <a:r>
              <a:rPr dirty="0" sz="550" spc="-10">
                <a:solidFill>
                  <a:srgbClr val="585B66"/>
                </a:solidFill>
                <a:latin typeface="Arial"/>
                <a:cs typeface="Arial"/>
                <a:hlinkClick r:id="rId7" action="ppaction://hlinksldjump"/>
              </a:rPr>
              <a:t>Methodology</a:t>
            </a:r>
            <a:endParaRPr sz="5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50"/>
              </a:spcBef>
            </a:pPr>
            <a:r>
              <a:rPr dirty="0" sz="550" spc="10">
                <a:solidFill>
                  <a:srgbClr val="585B66"/>
                </a:solidFill>
                <a:latin typeface="Arial"/>
                <a:cs typeface="Arial"/>
                <a:hlinkClick r:id="rId8" action="ppaction://hlinksldjump"/>
              </a:rPr>
              <a:t>Functional</a:t>
            </a:r>
            <a:r>
              <a:rPr dirty="0" sz="550" spc="85">
                <a:solidFill>
                  <a:srgbClr val="585B66"/>
                </a:solidFill>
                <a:latin typeface="Arial"/>
                <a:cs typeface="Arial"/>
                <a:hlinkClick r:id="rId8" action="ppaction://hlinksldjump"/>
              </a:rPr>
              <a:t> </a:t>
            </a:r>
            <a:r>
              <a:rPr dirty="0" sz="550" spc="-10">
                <a:solidFill>
                  <a:srgbClr val="585B66"/>
                </a:solidFill>
                <a:latin typeface="Arial"/>
                <a:cs typeface="Arial"/>
                <a:hlinkClick r:id="rId8" action="ppaction://hlinksldjump"/>
              </a:rPr>
              <a:t>Requirements</a:t>
            </a:r>
            <a:endParaRPr sz="550">
              <a:latin typeface="Arial"/>
              <a:cs typeface="Arial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0" y="1888655"/>
            <a:ext cx="1146175" cy="127000"/>
            <a:chOff x="0" y="1888655"/>
            <a:chExt cx="1146175" cy="127000"/>
          </a:xfrm>
        </p:grpSpPr>
        <p:sp>
          <p:nvSpPr>
            <p:cNvPr id="4" name="object 4"/>
            <p:cNvSpPr/>
            <p:nvPr/>
          </p:nvSpPr>
          <p:spPr>
            <a:xfrm>
              <a:off x="0" y="1888655"/>
              <a:ext cx="20320" cy="127000"/>
            </a:xfrm>
            <a:custGeom>
              <a:avLst/>
              <a:gdLst/>
              <a:ahLst/>
              <a:cxnLst/>
              <a:rect l="l" t="t" r="r" b="b"/>
              <a:pathLst>
                <a:path w="20320" h="127000">
                  <a:moveTo>
                    <a:pt x="20243" y="0"/>
                  </a:moveTo>
                  <a:lnTo>
                    <a:pt x="0" y="0"/>
                  </a:lnTo>
                  <a:lnTo>
                    <a:pt x="0" y="126987"/>
                  </a:lnTo>
                  <a:lnTo>
                    <a:pt x="20243" y="126987"/>
                  </a:lnTo>
                  <a:lnTo>
                    <a:pt x="20243" y="0"/>
                  </a:lnTo>
                  <a:close/>
                </a:path>
              </a:pathLst>
            </a:custGeom>
            <a:solidFill>
              <a:srgbClr val="0B4CB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20243" y="1888655"/>
              <a:ext cx="1125855" cy="127000"/>
            </a:xfrm>
            <a:custGeom>
              <a:avLst/>
              <a:gdLst/>
              <a:ahLst/>
              <a:cxnLst/>
              <a:rect l="l" t="t" r="r" b="b"/>
              <a:pathLst>
                <a:path w="1125855" h="127000">
                  <a:moveTo>
                    <a:pt x="1125423" y="0"/>
                  </a:moveTo>
                  <a:lnTo>
                    <a:pt x="0" y="0"/>
                  </a:lnTo>
                  <a:lnTo>
                    <a:pt x="0" y="126987"/>
                  </a:lnTo>
                  <a:lnTo>
                    <a:pt x="1125423" y="126987"/>
                  </a:lnTo>
                  <a:lnTo>
                    <a:pt x="1125423" y="0"/>
                  </a:lnTo>
                  <a:close/>
                </a:path>
              </a:pathLst>
            </a:custGeom>
            <a:solidFill>
              <a:srgbClr val="DCE5F7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 txBox="1"/>
          <p:nvPr/>
        </p:nvSpPr>
        <p:spPr>
          <a:xfrm>
            <a:off x="20243" y="1883625"/>
            <a:ext cx="1125855" cy="11493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28575">
              <a:lnSpc>
                <a:spcPct val="100000"/>
              </a:lnSpc>
              <a:spcBef>
                <a:spcPts val="135"/>
              </a:spcBef>
            </a:pPr>
            <a:r>
              <a:rPr dirty="0" sz="550" spc="10">
                <a:solidFill>
                  <a:srgbClr val="0B4CB2"/>
                </a:solidFill>
                <a:latin typeface="Arial"/>
                <a:cs typeface="Arial"/>
                <a:hlinkClick r:id="rId9" action="ppaction://hlinksldjump"/>
              </a:rPr>
              <a:t>Non-Functional</a:t>
            </a:r>
            <a:r>
              <a:rPr dirty="0" sz="550" spc="125">
                <a:solidFill>
                  <a:srgbClr val="0B4CB2"/>
                </a:solidFill>
                <a:latin typeface="Arial"/>
                <a:cs typeface="Arial"/>
                <a:hlinkClick r:id="rId9" action="ppaction://hlinksldjump"/>
              </a:rPr>
              <a:t> </a:t>
            </a:r>
            <a:r>
              <a:rPr dirty="0" sz="550" spc="-10">
                <a:solidFill>
                  <a:srgbClr val="0B4CB2"/>
                </a:solidFill>
                <a:latin typeface="Arial"/>
                <a:cs typeface="Arial"/>
                <a:hlinkClick r:id="rId9" action="ppaction://hlinksldjump"/>
              </a:rPr>
              <a:t>Requirements</a:t>
            </a:r>
            <a:endParaRPr sz="55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6639" y="1971339"/>
            <a:ext cx="831850" cy="8432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67600"/>
              </a:lnSpc>
              <a:spcBef>
                <a:spcPts val="100"/>
              </a:spcBef>
            </a:pPr>
            <a:r>
              <a:rPr dirty="0" sz="550">
                <a:solidFill>
                  <a:srgbClr val="585B66"/>
                </a:solidFill>
                <a:latin typeface="Arial"/>
                <a:cs typeface="Arial"/>
                <a:hlinkClick r:id="rId10" action="ppaction://hlinksldjump"/>
              </a:rPr>
              <a:t>Hardware</a:t>
            </a:r>
            <a:r>
              <a:rPr dirty="0" sz="550" spc="150">
                <a:solidFill>
                  <a:srgbClr val="585B66"/>
                </a:solidFill>
                <a:latin typeface="Arial"/>
                <a:cs typeface="Arial"/>
                <a:hlinkClick r:id="rId10" action="ppaction://hlinksldjump"/>
              </a:rPr>
              <a:t> </a:t>
            </a:r>
            <a:r>
              <a:rPr dirty="0" sz="550" spc="-10">
                <a:solidFill>
                  <a:srgbClr val="585B66"/>
                </a:solidFill>
                <a:latin typeface="Arial"/>
                <a:cs typeface="Arial"/>
                <a:hlinkClick r:id="rId10" action="ppaction://hlinksldjump"/>
              </a:rPr>
              <a:t>Requirements</a:t>
            </a:r>
            <a:r>
              <a:rPr dirty="0" sz="550" spc="500">
                <a:solidFill>
                  <a:srgbClr val="585B66"/>
                </a:solidFill>
                <a:latin typeface="Arial"/>
                <a:cs typeface="Arial"/>
              </a:rPr>
              <a:t> </a:t>
            </a:r>
            <a:r>
              <a:rPr dirty="0" sz="550">
                <a:solidFill>
                  <a:srgbClr val="585B66"/>
                </a:solidFill>
                <a:latin typeface="Arial"/>
                <a:cs typeface="Arial"/>
                <a:hlinkClick r:id="rId11" action="ppaction://hlinksldjump"/>
              </a:rPr>
              <a:t>Software</a:t>
            </a:r>
            <a:r>
              <a:rPr dirty="0" sz="550" spc="150">
                <a:solidFill>
                  <a:srgbClr val="585B66"/>
                </a:solidFill>
                <a:latin typeface="Arial"/>
                <a:cs typeface="Arial"/>
                <a:hlinkClick r:id="rId11" action="ppaction://hlinksldjump"/>
              </a:rPr>
              <a:t> </a:t>
            </a:r>
            <a:r>
              <a:rPr dirty="0" sz="550" spc="-10">
                <a:solidFill>
                  <a:srgbClr val="585B66"/>
                </a:solidFill>
                <a:latin typeface="Arial"/>
                <a:cs typeface="Arial"/>
                <a:hlinkClick r:id="rId11" action="ppaction://hlinksldjump"/>
              </a:rPr>
              <a:t>Requirements</a:t>
            </a:r>
            <a:r>
              <a:rPr dirty="0" sz="550" spc="500">
                <a:solidFill>
                  <a:srgbClr val="585B66"/>
                </a:solidFill>
                <a:latin typeface="Arial"/>
                <a:cs typeface="Arial"/>
              </a:rPr>
              <a:t> </a:t>
            </a:r>
            <a:r>
              <a:rPr dirty="0" sz="550" spc="-10">
                <a:solidFill>
                  <a:srgbClr val="585B66"/>
                </a:solidFill>
                <a:latin typeface="Arial"/>
                <a:cs typeface="Arial"/>
                <a:hlinkClick r:id="rId12" action="ppaction://hlinksldjump"/>
              </a:rPr>
              <a:t>Result</a:t>
            </a:r>
            <a:endParaRPr sz="550">
              <a:latin typeface="Arial"/>
              <a:cs typeface="Arial"/>
            </a:endParaRPr>
          </a:p>
          <a:p>
            <a:pPr marL="12700" marR="363855">
              <a:lnSpc>
                <a:spcPts val="1000"/>
              </a:lnSpc>
              <a:spcBef>
                <a:spcPts val="85"/>
              </a:spcBef>
            </a:pPr>
            <a:r>
              <a:rPr dirty="0" sz="550" spc="-10">
                <a:solidFill>
                  <a:srgbClr val="585B66"/>
                </a:solidFill>
                <a:latin typeface="Arial"/>
                <a:cs typeface="Arial"/>
                <a:hlinkClick r:id="rId13" action="ppaction://hlinksldjump"/>
              </a:rPr>
              <a:t>Conclusion</a:t>
            </a:r>
            <a:r>
              <a:rPr dirty="0" sz="550" spc="500">
                <a:solidFill>
                  <a:srgbClr val="585B66"/>
                </a:solidFill>
                <a:latin typeface="Arial"/>
                <a:cs typeface="Arial"/>
              </a:rPr>
              <a:t> </a:t>
            </a:r>
            <a:r>
              <a:rPr dirty="0" sz="550">
                <a:solidFill>
                  <a:srgbClr val="585B66"/>
                </a:solidFill>
                <a:latin typeface="Arial"/>
                <a:cs typeface="Arial"/>
                <a:hlinkClick r:id="rId14" action="ppaction://hlinksldjump"/>
              </a:rPr>
              <a:t>Future</a:t>
            </a:r>
            <a:r>
              <a:rPr dirty="0" sz="550" spc="120">
                <a:solidFill>
                  <a:srgbClr val="585B66"/>
                </a:solidFill>
                <a:latin typeface="Arial"/>
                <a:cs typeface="Arial"/>
                <a:hlinkClick r:id="rId14" action="ppaction://hlinksldjump"/>
              </a:rPr>
              <a:t> </a:t>
            </a:r>
            <a:r>
              <a:rPr dirty="0" sz="550" spc="-10">
                <a:solidFill>
                  <a:srgbClr val="585B66"/>
                </a:solidFill>
                <a:latin typeface="Arial"/>
                <a:cs typeface="Arial"/>
                <a:hlinkClick r:id="rId14" action="ppaction://hlinksldjump"/>
              </a:rPr>
              <a:t>Scope</a:t>
            </a:r>
            <a:endParaRPr sz="5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65"/>
              </a:spcBef>
            </a:pPr>
            <a:r>
              <a:rPr dirty="0" sz="550" spc="-10">
                <a:solidFill>
                  <a:srgbClr val="585B66"/>
                </a:solidFill>
                <a:latin typeface="Arial"/>
                <a:cs typeface="Arial"/>
                <a:hlinkClick r:id="rId15" action="ppaction://hlinksldjump"/>
              </a:rPr>
              <a:t>References</a:t>
            </a:r>
            <a:endParaRPr sz="55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498841" y="709344"/>
            <a:ext cx="4022090" cy="214820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74625" marR="290195" indent="-162560">
              <a:lnSpc>
                <a:spcPct val="104900"/>
              </a:lnSpc>
              <a:spcBef>
                <a:spcPts val="100"/>
              </a:spcBef>
              <a:buClr>
                <a:srgbClr val="0B4CB2"/>
              </a:buClr>
              <a:buFont typeface="Arial"/>
              <a:buAutoNum type="arabicPeriod"/>
              <a:tabLst>
                <a:tab pos="175895" algn="l"/>
              </a:tabLst>
            </a:pPr>
            <a:r>
              <a:rPr dirty="0" sz="950" b="1">
                <a:solidFill>
                  <a:srgbClr val="131318"/>
                </a:solidFill>
                <a:latin typeface="Arial"/>
                <a:cs typeface="Arial"/>
              </a:rPr>
              <a:t>Security:</a:t>
            </a:r>
            <a:r>
              <a:rPr dirty="0" sz="950" spc="50" b="1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31318"/>
                </a:solidFill>
                <a:latin typeface="Arial"/>
                <a:cs typeface="Arial"/>
              </a:rPr>
              <a:t>Protects</a:t>
            </a:r>
            <a:r>
              <a:rPr dirty="0" sz="950" spc="-5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31318"/>
                </a:solidFill>
                <a:latin typeface="Arial"/>
                <a:cs typeface="Arial"/>
              </a:rPr>
              <a:t>escrow</a:t>
            </a:r>
            <a:r>
              <a:rPr dirty="0" sz="950" spc="-10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31318"/>
                </a:solidFill>
                <a:latin typeface="Arial"/>
                <a:cs typeface="Arial"/>
              </a:rPr>
              <a:t>funds</a:t>
            </a:r>
            <a:r>
              <a:rPr dirty="0" sz="950" spc="-10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31318"/>
                </a:solidFill>
                <a:latin typeface="Arial"/>
                <a:cs typeface="Arial"/>
              </a:rPr>
              <a:t>through</a:t>
            </a:r>
            <a:r>
              <a:rPr dirty="0" sz="950" spc="-10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31318"/>
                </a:solidFill>
                <a:latin typeface="Arial"/>
                <a:cs typeface="Arial"/>
              </a:rPr>
              <a:t>smart</a:t>
            </a:r>
            <a:r>
              <a:rPr dirty="0" sz="950" spc="-10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31318"/>
                </a:solidFill>
                <a:latin typeface="Arial"/>
                <a:cs typeface="Arial"/>
              </a:rPr>
              <a:t>contract</a:t>
            </a:r>
            <a:r>
              <a:rPr dirty="0" sz="950" spc="-10">
                <a:solidFill>
                  <a:srgbClr val="131318"/>
                </a:solidFill>
                <a:latin typeface="Arial"/>
                <a:cs typeface="Arial"/>
              </a:rPr>
              <a:t> validation, </a:t>
            </a:r>
            <a:r>
              <a:rPr dirty="0" sz="950" spc="-10">
                <a:solidFill>
                  <a:srgbClr val="131318"/>
                </a:solidFill>
                <a:latin typeface="Arial"/>
                <a:cs typeface="Arial"/>
              </a:rPr>
              <a:t>	</a:t>
            </a:r>
            <a:r>
              <a:rPr dirty="0" sz="950">
                <a:solidFill>
                  <a:srgbClr val="131318"/>
                </a:solidFill>
                <a:latin typeface="Arial"/>
                <a:cs typeface="Arial"/>
              </a:rPr>
              <a:t>access</a:t>
            </a:r>
            <a:r>
              <a:rPr dirty="0" sz="950" spc="-15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31318"/>
                </a:solidFill>
                <a:latin typeface="Arial"/>
                <a:cs typeface="Arial"/>
              </a:rPr>
              <a:t>control,</a:t>
            </a:r>
            <a:r>
              <a:rPr dirty="0" sz="950" spc="-15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31318"/>
                </a:solidFill>
                <a:latin typeface="Arial"/>
                <a:cs typeface="Arial"/>
              </a:rPr>
              <a:t>and</a:t>
            </a:r>
            <a:r>
              <a:rPr dirty="0" sz="950" spc="-10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31318"/>
                </a:solidFill>
                <a:latin typeface="Arial"/>
                <a:cs typeface="Arial"/>
              </a:rPr>
              <a:t>secure</a:t>
            </a:r>
            <a:r>
              <a:rPr dirty="0" sz="950" spc="-15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31318"/>
                </a:solidFill>
                <a:latin typeface="Arial"/>
                <a:cs typeface="Arial"/>
              </a:rPr>
              <a:t>transaction</a:t>
            </a:r>
            <a:r>
              <a:rPr dirty="0" sz="950" spc="-10">
                <a:solidFill>
                  <a:srgbClr val="131318"/>
                </a:solidFill>
                <a:latin typeface="Arial"/>
                <a:cs typeface="Arial"/>
              </a:rPr>
              <a:t> handling.</a:t>
            </a:r>
            <a:endParaRPr sz="950">
              <a:latin typeface="Arial"/>
              <a:cs typeface="Arial"/>
            </a:endParaRPr>
          </a:p>
          <a:p>
            <a:pPr marL="174625" marR="167005" indent="-162560">
              <a:lnSpc>
                <a:spcPct val="104900"/>
              </a:lnSpc>
              <a:spcBef>
                <a:spcPts val="470"/>
              </a:spcBef>
              <a:buClr>
                <a:srgbClr val="0B4CB2"/>
              </a:buClr>
              <a:buFont typeface="Arial"/>
              <a:buAutoNum type="arabicPeriod"/>
              <a:tabLst>
                <a:tab pos="175895" algn="l"/>
              </a:tabLst>
            </a:pPr>
            <a:r>
              <a:rPr dirty="0" sz="950" b="1">
                <a:solidFill>
                  <a:srgbClr val="131318"/>
                </a:solidFill>
                <a:latin typeface="Arial"/>
                <a:cs typeface="Arial"/>
              </a:rPr>
              <a:t>Reliability:</a:t>
            </a:r>
            <a:r>
              <a:rPr dirty="0" sz="950" spc="30" b="1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31318"/>
                </a:solidFill>
                <a:latin typeface="Arial"/>
                <a:cs typeface="Arial"/>
              </a:rPr>
              <a:t>Ensures</a:t>
            </a:r>
            <a:r>
              <a:rPr dirty="0" sz="950" spc="-25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31318"/>
                </a:solidFill>
                <a:latin typeface="Arial"/>
                <a:cs typeface="Arial"/>
              </a:rPr>
              <a:t>consistent</a:t>
            </a:r>
            <a:r>
              <a:rPr dirty="0" sz="950" spc="-25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31318"/>
                </a:solidFill>
                <a:latin typeface="Arial"/>
                <a:cs typeface="Arial"/>
              </a:rPr>
              <a:t>escrow</a:t>
            </a:r>
            <a:r>
              <a:rPr dirty="0" sz="950" spc="-25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31318"/>
                </a:solidFill>
                <a:latin typeface="Arial"/>
                <a:cs typeface="Arial"/>
              </a:rPr>
              <a:t>state</a:t>
            </a:r>
            <a:r>
              <a:rPr dirty="0" sz="950" spc="-25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31318"/>
                </a:solidFill>
                <a:latin typeface="Arial"/>
                <a:cs typeface="Arial"/>
              </a:rPr>
              <a:t>transitions</a:t>
            </a:r>
            <a:r>
              <a:rPr dirty="0" sz="950" spc="-25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31318"/>
                </a:solidFill>
                <a:latin typeface="Arial"/>
                <a:cs typeface="Arial"/>
              </a:rPr>
              <a:t>and</a:t>
            </a:r>
            <a:r>
              <a:rPr dirty="0" sz="950" spc="-25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950" spc="-10">
                <a:solidFill>
                  <a:srgbClr val="131318"/>
                </a:solidFill>
                <a:latin typeface="Arial"/>
                <a:cs typeface="Arial"/>
              </a:rPr>
              <a:t>provides </a:t>
            </a:r>
            <a:r>
              <a:rPr dirty="0" sz="950" spc="-10">
                <a:solidFill>
                  <a:srgbClr val="131318"/>
                </a:solidFill>
                <a:latin typeface="Arial"/>
                <a:cs typeface="Arial"/>
              </a:rPr>
              <a:t>	</a:t>
            </a:r>
            <a:r>
              <a:rPr dirty="0" sz="950">
                <a:solidFill>
                  <a:srgbClr val="131318"/>
                </a:solidFill>
                <a:latin typeface="Arial"/>
                <a:cs typeface="Arial"/>
              </a:rPr>
              <a:t>timeout-based</a:t>
            </a:r>
            <a:r>
              <a:rPr dirty="0" sz="950" spc="-20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31318"/>
                </a:solidFill>
                <a:latin typeface="Arial"/>
                <a:cs typeface="Arial"/>
              </a:rPr>
              <a:t>recovery</a:t>
            </a:r>
            <a:r>
              <a:rPr dirty="0" sz="950" spc="-15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950" spc="-10">
                <a:solidFill>
                  <a:srgbClr val="131318"/>
                </a:solidFill>
                <a:latin typeface="Arial"/>
                <a:cs typeface="Arial"/>
              </a:rPr>
              <a:t>mechanisms.</a:t>
            </a:r>
            <a:endParaRPr sz="950">
              <a:latin typeface="Arial"/>
              <a:cs typeface="Arial"/>
            </a:endParaRPr>
          </a:p>
          <a:p>
            <a:pPr marL="174625" marR="55880" indent="-162560">
              <a:lnSpc>
                <a:spcPct val="104900"/>
              </a:lnSpc>
              <a:spcBef>
                <a:spcPts val="475"/>
              </a:spcBef>
              <a:buClr>
                <a:srgbClr val="0B4CB2"/>
              </a:buClr>
              <a:buFont typeface="Arial"/>
              <a:buAutoNum type="arabicPeriod"/>
              <a:tabLst>
                <a:tab pos="175895" algn="l"/>
              </a:tabLst>
            </a:pPr>
            <a:r>
              <a:rPr dirty="0" sz="950" b="1">
                <a:solidFill>
                  <a:srgbClr val="131318"/>
                </a:solidFill>
                <a:latin typeface="Arial"/>
                <a:cs typeface="Arial"/>
              </a:rPr>
              <a:t>Transparency:</a:t>
            </a:r>
            <a:r>
              <a:rPr dirty="0" sz="950" spc="25" b="1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31318"/>
                </a:solidFill>
                <a:latin typeface="Arial"/>
                <a:cs typeface="Arial"/>
              </a:rPr>
              <a:t>Records</a:t>
            </a:r>
            <a:r>
              <a:rPr dirty="0" sz="950" spc="-30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31318"/>
                </a:solidFill>
                <a:latin typeface="Arial"/>
                <a:cs typeface="Arial"/>
              </a:rPr>
              <a:t>transactions</a:t>
            </a:r>
            <a:r>
              <a:rPr dirty="0" sz="950" spc="-25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31318"/>
                </a:solidFill>
                <a:latin typeface="Arial"/>
                <a:cs typeface="Arial"/>
              </a:rPr>
              <a:t>and</a:t>
            </a:r>
            <a:r>
              <a:rPr dirty="0" sz="950" spc="-30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31318"/>
                </a:solidFill>
                <a:latin typeface="Arial"/>
                <a:cs typeface="Arial"/>
              </a:rPr>
              <a:t>escrow</a:t>
            </a:r>
            <a:r>
              <a:rPr dirty="0" sz="950" spc="-30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31318"/>
                </a:solidFill>
                <a:latin typeface="Arial"/>
                <a:cs typeface="Arial"/>
              </a:rPr>
              <a:t>state</a:t>
            </a:r>
            <a:r>
              <a:rPr dirty="0" sz="950" spc="-30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31318"/>
                </a:solidFill>
                <a:latin typeface="Arial"/>
                <a:cs typeface="Arial"/>
              </a:rPr>
              <a:t>changes</a:t>
            </a:r>
            <a:r>
              <a:rPr dirty="0" sz="950" spc="-30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31318"/>
                </a:solidFill>
                <a:latin typeface="Arial"/>
                <a:cs typeface="Arial"/>
              </a:rPr>
              <a:t>on</a:t>
            </a:r>
            <a:r>
              <a:rPr dirty="0" sz="950" spc="-30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950" spc="-25">
                <a:solidFill>
                  <a:srgbClr val="131318"/>
                </a:solidFill>
                <a:latin typeface="Arial"/>
                <a:cs typeface="Arial"/>
              </a:rPr>
              <a:t>the </a:t>
            </a:r>
            <a:r>
              <a:rPr dirty="0" sz="950" spc="-25">
                <a:solidFill>
                  <a:srgbClr val="131318"/>
                </a:solidFill>
                <a:latin typeface="Arial"/>
                <a:cs typeface="Arial"/>
              </a:rPr>
              <a:t>	</a:t>
            </a:r>
            <a:r>
              <a:rPr dirty="0" sz="950" spc="-10">
                <a:solidFill>
                  <a:srgbClr val="131318"/>
                </a:solidFill>
                <a:latin typeface="Arial"/>
                <a:cs typeface="Arial"/>
              </a:rPr>
              <a:t>blockchain </a:t>
            </a:r>
            <a:r>
              <a:rPr dirty="0" sz="950">
                <a:solidFill>
                  <a:srgbClr val="131318"/>
                </a:solidFill>
                <a:latin typeface="Arial"/>
                <a:cs typeface="Arial"/>
              </a:rPr>
              <a:t>for</a:t>
            </a:r>
            <a:r>
              <a:rPr dirty="0" sz="950" spc="-10">
                <a:solidFill>
                  <a:srgbClr val="131318"/>
                </a:solidFill>
                <a:latin typeface="Arial"/>
                <a:cs typeface="Arial"/>
              </a:rPr>
              <a:t> verification.</a:t>
            </a:r>
            <a:endParaRPr sz="950">
              <a:latin typeface="Arial"/>
              <a:cs typeface="Arial"/>
            </a:endParaRPr>
          </a:p>
          <a:p>
            <a:pPr marL="174625" marR="103505" indent="-162560">
              <a:lnSpc>
                <a:spcPct val="104900"/>
              </a:lnSpc>
              <a:spcBef>
                <a:spcPts val="470"/>
              </a:spcBef>
              <a:buClr>
                <a:srgbClr val="0B4CB2"/>
              </a:buClr>
              <a:buFont typeface="Arial"/>
              <a:buAutoNum type="arabicPeriod"/>
              <a:tabLst>
                <a:tab pos="175895" algn="l"/>
              </a:tabLst>
            </a:pPr>
            <a:r>
              <a:rPr dirty="0" sz="950" b="1">
                <a:solidFill>
                  <a:srgbClr val="131318"/>
                </a:solidFill>
                <a:latin typeface="Arial"/>
                <a:cs typeface="Arial"/>
              </a:rPr>
              <a:t>Integrity:</a:t>
            </a:r>
            <a:r>
              <a:rPr dirty="0" sz="950" spc="45" b="1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31318"/>
                </a:solidFill>
                <a:latin typeface="Arial"/>
                <a:cs typeface="Arial"/>
              </a:rPr>
              <a:t>Uses</a:t>
            </a:r>
            <a:r>
              <a:rPr dirty="0" sz="950" spc="-15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950" spc="-10">
                <a:solidFill>
                  <a:srgbClr val="131318"/>
                </a:solidFill>
                <a:latin typeface="Arial"/>
                <a:cs typeface="Arial"/>
              </a:rPr>
              <a:t>SHA-</a:t>
            </a:r>
            <a:r>
              <a:rPr dirty="0" sz="950">
                <a:solidFill>
                  <a:srgbClr val="131318"/>
                </a:solidFill>
                <a:latin typeface="Arial"/>
                <a:cs typeface="Arial"/>
              </a:rPr>
              <a:t>256</a:t>
            </a:r>
            <a:r>
              <a:rPr dirty="0" sz="950" spc="-10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31318"/>
                </a:solidFill>
                <a:latin typeface="Arial"/>
                <a:cs typeface="Arial"/>
              </a:rPr>
              <a:t>hashes</a:t>
            </a:r>
            <a:r>
              <a:rPr dirty="0" sz="950" spc="-15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31318"/>
                </a:solidFill>
                <a:latin typeface="Arial"/>
                <a:cs typeface="Arial"/>
              </a:rPr>
              <a:t>to</a:t>
            </a:r>
            <a:r>
              <a:rPr dirty="0" sz="950" spc="-15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31318"/>
                </a:solidFill>
                <a:latin typeface="Arial"/>
                <a:cs typeface="Arial"/>
              </a:rPr>
              <a:t>verify</a:t>
            </a:r>
            <a:r>
              <a:rPr dirty="0" sz="950" spc="-15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31318"/>
                </a:solidFill>
                <a:latin typeface="Arial"/>
                <a:cs typeface="Arial"/>
              </a:rPr>
              <a:t>customs</a:t>
            </a:r>
            <a:r>
              <a:rPr dirty="0" sz="950" spc="-15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31318"/>
                </a:solidFill>
                <a:latin typeface="Arial"/>
                <a:cs typeface="Arial"/>
              </a:rPr>
              <a:t>records</a:t>
            </a:r>
            <a:r>
              <a:rPr dirty="0" sz="950" spc="-15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31318"/>
                </a:solidFill>
                <a:latin typeface="Arial"/>
                <a:cs typeface="Arial"/>
              </a:rPr>
              <a:t>and</a:t>
            </a:r>
            <a:r>
              <a:rPr dirty="0" sz="950" spc="-10">
                <a:solidFill>
                  <a:srgbClr val="131318"/>
                </a:solidFill>
                <a:latin typeface="Arial"/>
                <a:cs typeface="Arial"/>
              </a:rPr>
              <a:t> detect </a:t>
            </a:r>
            <a:r>
              <a:rPr dirty="0" sz="950" spc="-10">
                <a:solidFill>
                  <a:srgbClr val="131318"/>
                </a:solidFill>
                <a:latin typeface="Arial"/>
                <a:cs typeface="Arial"/>
              </a:rPr>
              <a:t>	</a:t>
            </a:r>
            <a:r>
              <a:rPr dirty="0" sz="950">
                <a:solidFill>
                  <a:srgbClr val="131318"/>
                </a:solidFill>
                <a:latin typeface="Arial"/>
                <a:cs typeface="Arial"/>
              </a:rPr>
              <a:t>data</a:t>
            </a:r>
            <a:r>
              <a:rPr dirty="0" sz="950" spc="-5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950" spc="-10">
                <a:solidFill>
                  <a:srgbClr val="131318"/>
                </a:solidFill>
                <a:latin typeface="Arial"/>
                <a:cs typeface="Arial"/>
              </a:rPr>
              <a:t>modifications.</a:t>
            </a:r>
            <a:endParaRPr sz="950">
              <a:latin typeface="Arial"/>
              <a:cs typeface="Arial"/>
            </a:endParaRPr>
          </a:p>
          <a:p>
            <a:pPr marL="174625" marR="5080" indent="-162560">
              <a:lnSpc>
                <a:spcPct val="104900"/>
              </a:lnSpc>
              <a:spcBef>
                <a:spcPts val="475"/>
              </a:spcBef>
              <a:buClr>
                <a:srgbClr val="0B4CB2"/>
              </a:buClr>
              <a:buFont typeface="Arial"/>
              <a:buAutoNum type="arabicPeriod"/>
              <a:tabLst>
                <a:tab pos="175895" algn="l"/>
              </a:tabLst>
            </a:pPr>
            <a:r>
              <a:rPr dirty="0" sz="950" b="1">
                <a:solidFill>
                  <a:srgbClr val="131318"/>
                </a:solidFill>
                <a:latin typeface="Arial"/>
                <a:cs typeface="Arial"/>
              </a:rPr>
              <a:t>Usability:</a:t>
            </a:r>
            <a:r>
              <a:rPr dirty="0" sz="950" spc="30" b="1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31318"/>
                </a:solidFill>
                <a:latin typeface="Arial"/>
                <a:cs typeface="Arial"/>
              </a:rPr>
              <a:t>Provides</a:t>
            </a:r>
            <a:r>
              <a:rPr dirty="0" sz="950" spc="-30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31318"/>
                </a:solidFill>
                <a:latin typeface="Arial"/>
                <a:cs typeface="Arial"/>
              </a:rPr>
              <a:t>a</a:t>
            </a:r>
            <a:r>
              <a:rPr dirty="0" sz="950" spc="-25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31318"/>
                </a:solidFill>
                <a:latin typeface="Arial"/>
                <a:cs typeface="Arial"/>
              </a:rPr>
              <a:t>React-based</a:t>
            </a:r>
            <a:r>
              <a:rPr dirty="0" sz="950" spc="-30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31318"/>
                </a:solidFill>
                <a:latin typeface="Arial"/>
                <a:cs typeface="Arial"/>
              </a:rPr>
              <a:t>interface</a:t>
            </a:r>
            <a:r>
              <a:rPr dirty="0" sz="950" spc="-25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31318"/>
                </a:solidFill>
                <a:latin typeface="Arial"/>
                <a:cs typeface="Arial"/>
              </a:rPr>
              <a:t>with</a:t>
            </a:r>
            <a:r>
              <a:rPr dirty="0" sz="950" spc="-30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31318"/>
                </a:solidFill>
                <a:latin typeface="Arial"/>
                <a:cs typeface="Arial"/>
              </a:rPr>
              <a:t>wallet</a:t>
            </a:r>
            <a:r>
              <a:rPr dirty="0" sz="950" spc="-25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31318"/>
                </a:solidFill>
                <a:latin typeface="Arial"/>
                <a:cs typeface="Arial"/>
              </a:rPr>
              <a:t>connectivity</a:t>
            </a:r>
            <a:r>
              <a:rPr dirty="0" sz="950" spc="-30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950" spc="-25">
                <a:solidFill>
                  <a:srgbClr val="131318"/>
                </a:solidFill>
                <a:latin typeface="Arial"/>
                <a:cs typeface="Arial"/>
              </a:rPr>
              <a:t>and </a:t>
            </a:r>
            <a:r>
              <a:rPr dirty="0" sz="950" spc="-25">
                <a:solidFill>
                  <a:srgbClr val="131318"/>
                </a:solidFill>
                <a:latin typeface="Arial"/>
                <a:cs typeface="Arial"/>
              </a:rPr>
              <a:t>	</a:t>
            </a:r>
            <a:r>
              <a:rPr dirty="0" sz="950">
                <a:solidFill>
                  <a:srgbClr val="131318"/>
                </a:solidFill>
                <a:latin typeface="Arial"/>
                <a:cs typeface="Arial"/>
              </a:rPr>
              <a:t>role-based</a:t>
            </a:r>
            <a:r>
              <a:rPr dirty="0" sz="950" spc="-5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950" spc="-10">
                <a:solidFill>
                  <a:srgbClr val="131318"/>
                </a:solidFill>
                <a:latin typeface="Arial"/>
                <a:cs typeface="Arial"/>
              </a:rPr>
              <a:t>actions.</a:t>
            </a:r>
            <a:endParaRPr sz="950">
              <a:latin typeface="Arial"/>
              <a:cs typeface="Arial"/>
            </a:endParaRPr>
          </a:p>
          <a:p>
            <a:pPr marL="174625" marR="255270" indent="-162560">
              <a:lnSpc>
                <a:spcPct val="104900"/>
              </a:lnSpc>
              <a:spcBef>
                <a:spcPts val="475"/>
              </a:spcBef>
              <a:buClr>
                <a:srgbClr val="0B4CB2"/>
              </a:buClr>
              <a:buFont typeface="Arial"/>
              <a:buAutoNum type="arabicPeriod"/>
              <a:tabLst>
                <a:tab pos="175895" algn="l"/>
              </a:tabLst>
            </a:pPr>
            <a:r>
              <a:rPr dirty="0" sz="950" b="1">
                <a:solidFill>
                  <a:srgbClr val="131318"/>
                </a:solidFill>
                <a:latin typeface="Arial"/>
                <a:cs typeface="Arial"/>
              </a:rPr>
              <a:t>Maintainability:</a:t>
            </a:r>
            <a:r>
              <a:rPr dirty="0" sz="950" spc="60" b="1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31318"/>
                </a:solidFill>
                <a:latin typeface="Arial"/>
                <a:cs typeface="Arial"/>
              </a:rPr>
              <a:t>Separates</a:t>
            </a:r>
            <a:r>
              <a:rPr dirty="0" sz="950" spc="-5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31318"/>
                </a:solidFill>
                <a:latin typeface="Arial"/>
                <a:cs typeface="Arial"/>
              </a:rPr>
              <a:t>the smart</a:t>
            </a:r>
            <a:r>
              <a:rPr dirty="0" sz="950" spc="-5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31318"/>
                </a:solidFill>
                <a:latin typeface="Arial"/>
                <a:cs typeface="Arial"/>
              </a:rPr>
              <a:t>contract, customs</a:t>
            </a:r>
            <a:r>
              <a:rPr dirty="0" sz="950" spc="-5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31318"/>
                </a:solidFill>
                <a:latin typeface="Arial"/>
                <a:cs typeface="Arial"/>
              </a:rPr>
              <a:t>portal,</a:t>
            </a:r>
            <a:r>
              <a:rPr dirty="0" sz="950" spc="-5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950" spc="-25">
                <a:solidFill>
                  <a:srgbClr val="131318"/>
                </a:solidFill>
                <a:latin typeface="Arial"/>
                <a:cs typeface="Arial"/>
              </a:rPr>
              <a:t>and </a:t>
            </a:r>
            <a:r>
              <a:rPr dirty="0" sz="950" spc="-25">
                <a:solidFill>
                  <a:srgbClr val="131318"/>
                </a:solidFill>
                <a:latin typeface="Arial"/>
                <a:cs typeface="Arial"/>
              </a:rPr>
              <a:t>	</a:t>
            </a:r>
            <a:r>
              <a:rPr dirty="0" sz="950">
                <a:solidFill>
                  <a:srgbClr val="131318"/>
                </a:solidFill>
                <a:latin typeface="Arial"/>
                <a:cs typeface="Arial"/>
              </a:rPr>
              <a:t>frontend</a:t>
            </a:r>
            <a:r>
              <a:rPr dirty="0" sz="950" spc="-5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31318"/>
                </a:solidFill>
                <a:latin typeface="Arial"/>
                <a:cs typeface="Arial"/>
              </a:rPr>
              <a:t>into</a:t>
            </a:r>
            <a:r>
              <a:rPr dirty="0" sz="950" spc="-5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31318"/>
                </a:solidFill>
                <a:latin typeface="Arial"/>
                <a:cs typeface="Arial"/>
              </a:rPr>
              <a:t>independent</a:t>
            </a:r>
            <a:r>
              <a:rPr dirty="0" sz="950" spc="-5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950" spc="-10">
                <a:solidFill>
                  <a:srgbClr val="131318"/>
                </a:solidFill>
                <a:latin typeface="Arial"/>
                <a:cs typeface="Arial"/>
              </a:rPr>
              <a:t>components.</a:t>
            </a:r>
            <a:endParaRPr sz="950">
              <a:latin typeface="Arial"/>
              <a:cs typeface="Arial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8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Hardware</a:t>
            </a:r>
            <a:r>
              <a:rPr dirty="0" spc="95"/>
              <a:t> </a:t>
            </a:r>
            <a:r>
              <a:rPr dirty="0" spc="-10"/>
              <a:t>Requirements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5256733" y="217041"/>
            <a:ext cx="264160" cy="126364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650">
                <a:solidFill>
                  <a:srgbClr val="787D86"/>
                </a:solidFill>
                <a:latin typeface="Arial"/>
                <a:cs typeface="Arial"/>
              </a:rPr>
              <a:t>14</a:t>
            </a:r>
            <a:r>
              <a:rPr dirty="0" sz="650" spc="-65">
                <a:solidFill>
                  <a:srgbClr val="787D86"/>
                </a:solidFill>
                <a:latin typeface="Arial"/>
                <a:cs typeface="Arial"/>
              </a:rPr>
              <a:t> </a:t>
            </a:r>
            <a:r>
              <a:rPr dirty="0" sz="650">
                <a:solidFill>
                  <a:srgbClr val="787D86"/>
                </a:solidFill>
                <a:latin typeface="Arial"/>
                <a:cs typeface="Arial"/>
              </a:rPr>
              <a:t>/</a:t>
            </a:r>
            <a:r>
              <a:rPr dirty="0" sz="650" spc="-65">
                <a:solidFill>
                  <a:srgbClr val="787D86"/>
                </a:solidFill>
                <a:latin typeface="Arial"/>
                <a:cs typeface="Arial"/>
              </a:rPr>
              <a:t> </a:t>
            </a:r>
            <a:r>
              <a:rPr dirty="0" sz="650" spc="-25">
                <a:solidFill>
                  <a:srgbClr val="787D86"/>
                </a:solidFill>
                <a:latin typeface="Arial"/>
                <a:cs typeface="Arial"/>
              </a:rPr>
              <a:t>24</a:t>
            </a:r>
            <a:endParaRPr sz="650">
              <a:latin typeface="Arial"/>
              <a:cs typeface="Arial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36639" y="906851"/>
            <a:ext cx="1015365" cy="10922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358140">
              <a:lnSpc>
                <a:spcPct val="150500"/>
              </a:lnSpc>
              <a:spcBef>
                <a:spcPts val="95"/>
              </a:spcBef>
            </a:pPr>
            <a:r>
              <a:rPr dirty="0" sz="550" spc="-10">
                <a:solidFill>
                  <a:srgbClr val="585B66"/>
                </a:solidFill>
                <a:latin typeface="Arial"/>
                <a:cs typeface="Arial"/>
                <a:hlinkClick r:id="rId2" action="ppaction://hlinksldjump"/>
              </a:rPr>
              <a:t>Introduction</a:t>
            </a:r>
            <a:r>
              <a:rPr dirty="0" sz="550" spc="500">
                <a:solidFill>
                  <a:srgbClr val="585B66"/>
                </a:solidFill>
                <a:latin typeface="Arial"/>
                <a:cs typeface="Arial"/>
              </a:rPr>
              <a:t> </a:t>
            </a:r>
            <a:r>
              <a:rPr dirty="0" sz="550">
                <a:solidFill>
                  <a:srgbClr val="585B66"/>
                </a:solidFill>
                <a:latin typeface="Arial"/>
                <a:cs typeface="Arial"/>
                <a:hlinkClick r:id="rId3" action="ppaction://hlinksldjump"/>
              </a:rPr>
              <a:t>Problem</a:t>
            </a:r>
            <a:r>
              <a:rPr dirty="0" sz="550" spc="125">
                <a:solidFill>
                  <a:srgbClr val="585B66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dirty="0" sz="550" spc="-10">
                <a:solidFill>
                  <a:srgbClr val="585B66"/>
                </a:solidFill>
                <a:latin typeface="Arial"/>
                <a:cs typeface="Arial"/>
                <a:hlinkClick r:id="rId3" action="ppaction://hlinksldjump"/>
              </a:rPr>
              <a:t>Statement</a:t>
            </a:r>
            <a:r>
              <a:rPr dirty="0" sz="550" spc="500">
                <a:solidFill>
                  <a:srgbClr val="585B66"/>
                </a:solidFill>
                <a:latin typeface="Arial"/>
                <a:cs typeface="Arial"/>
              </a:rPr>
              <a:t> </a:t>
            </a:r>
            <a:r>
              <a:rPr dirty="0" sz="550" spc="10">
                <a:solidFill>
                  <a:srgbClr val="585B66"/>
                </a:solidFill>
                <a:latin typeface="Arial"/>
                <a:cs typeface="Arial"/>
                <a:hlinkClick r:id="rId4" action="ppaction://hlinksldjump"/>
              </a:rPr>
              <a:t>Literature</a:t>
            </a:r>
            <a:r>
              <a:rPr dirty="0" sz="550" spc="70">
                <a:solidFill>
                  <a:srgbClr val="585B66"/>
                </a:solidFill>
                <a:latin typeface="Arial"/>
                <a:cs typeface="Arial"/>
                <a:hlinkClick r:id="rId4" action="ppaction://hlinksldjump"/>
              </a:rPr>
              <a:t> </a:t>
            </a:r>
            <a:r>
              <a:rPr dirty="0" sz="550" spc="-10">
                <a:solidFill>
                  <a:srgbClr val="585B66"/>
                </a:solidFill>
                <a:latin typeface="Arial"/>
                <a:cs typeface="Arial"/>
                <a:hlinkClick r:id="rId4" action="ppaction://hlinksldjump"/>
              </a:rPr>
              <a:t>Review</a:t>
            </a:r>
            <a:r>
              <a:rPr dirty="0" sz="550" spc="500">
                <a:solidFill>
                  <a:srgbClr val="585B66"/>
                </a:solidFill>
                <a:latin typeface="Arial"/>
                <a:cs typeface="Arial"/>
              </a:rPr>
              <a:t> </a:t>
            </a:r>
            <a:r>
              <a:rPr dirty="0" sz="550" spc="10">
                <a:solidFill>
                  <a:srgbClr val="585B66"/>
                </a:solidFill>
                <a:latin typeface="Arial"/>
                <a:cs typeface="Arial"/>
                <a:hlinkClick r:id="rId5" action="ppaction://hlinksldjump"/>
              </a:rPr>
              <a:t>Proposed</a:t>
            </a:r>
            <a:r>
              <a:rPr dirty="0" sz="550" spc="114">
                <a:solidFill>
                  <a:srgbClr val="585B66"/>
                </a:solidFill>
                <a:latin typeface="Arial"/>
                <a:cs typeface="Arial"/>
                <a:hlinkClick r:id="rId5" action="ppaction://hlinksldjump"/>
              </a:rPr>
              <a:t> </a:t>
            </a:r>
            <a:r>
              <a:rPr dirty="0" sz="550" spc="-10">
                <a:solidFill>
                  <a:srgbClr val="585B66"/>
                </a:solidFill>
                <a:latin typeface="Arial"/>
                <a:cs typeface="Arial"/>
                <a:hlinkClick r:id="rId5" action="ppaction://hlinksldjump"/>
              </a:rPr>
              <a:t>Solution</a:t>
            </a:r>
            <a:endParaRPr sz="550">
              <a:latin typeface="Arial"/>
              <a:cs typeface="Arial"/>
            </a:endParaRPr>
          </a:p>
          <a:p>
            <a:pPr marL="12700" marR="327660">
              <a:lnSpc>
                <a:spcPct val="166600"/>
              </a:lnSpc>
              <a:spcBef>
                <a:spcPts val="10"/>
              </a:spcBef>
            </a:pPr>
            <a:r>
              <a:rPr dirty="0" sz="550">
                <a:solidFill>
                  <a:srgbClr val="585B66"/>
                </a:solidFill>
                <a:latin typeface="Arial"/>
                <a:cs typeface="Arial"/>
                <a:hlinkClick r:id="rId6" action="ppaction://hlinksldjump"/>
              </a:rPr>
              <a:t>System</a:t>
            </a:r>
            <a:r>
              <a:rPr dirty="0" sz="550" spc="135">
                <a:solidFill>
                  <a:srgbClr val="585B66"/>
                </a:solidFill>
                <a:latin typeface="Arial"/>
                <a:cs typeface="Arial"/>
                <a:hlinkClick r:id="rId6" action="ppaction://hlinksldjump"/>
              </a:rPr>
              <a:t> </a:t>
            </a:r>
            <a:r>
              <a:rPr dirty="0" sz="550" spc="-10">
                <a:solidFill>
                  <a:srgbClr val="585B66"/>
                </a:solidFill>
                <a:latin typeface="Arial"/>
                <a:cs typeface="Arial"/>
                <a:hlinkClick r:id="rId6" action="ppaction://hlinksldjump"/>
              </a:rPr>
              <a:t>Architecture</a:t>
            </a:r>
            <a:r>
              <a:rPr dirty="0" sz="550" spc="500">
                <a:solidFill>
                  <a:srgbClr val="585B66"/>
                </a:solidFill>
                <a:latin typeface="Arial"/>
                <a:cs typeface="Arial"/>
              </a:rPr>
              <a:t> </a:t>
            </a:r>
            <a:r>
              <a:rPr dirty="0" sz="550" spc="-10">
                <a:solidFill>
                  <a:srgbClr val="585B66"/>
                </a:solidFill>
                <a:latin typeface="Arial"/>
                <a:cs typeface="Arial"/>
                <a:hlinkClick r:id="rId7" action="ppaction://hlinksldjump"/>
              </a:rPr>
              <a:t>Methodology</a:t>
            </a:r>
            <a:endParaRPr sz="5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50"/>
              </a:spcBef>
            </a:pPr>
            <a:r>
              <a:rPr dirty="0" sz="550" spc="10">
                <a:solidFill>
                  <a:srgbClr val="585B66"/>
                </a:solidFill>
                <a:latin typeface="Arial"/>
                <a:cs typeface="Arial"/>
                <a:hlinkClick r:id="rId8" action="ppaction://hlinksldjump"/>
              </a:rPr>
              <a:t>Functional</a:t>
            </a:r>
            <a:r>
              <a:rPr dirty="0" sz="550" spc="85">
                <a:solidFill>
                  <a:srgbClr val="585B66"/>
                </a:solidFill>
                <a:latin typeface="Arial"/>
                <a:cs typeface="Arial"/>
                <a:hlinkClick r:id="rId8" action="ppaction://hlinksldjump"/>
              </a:rPr>
              <a:t> </a:t>
            </a:r>
            <a:r>
              <a:rPr dirty="0" sz="550" spc="-10">
                <a:solidFill>
                  <a:srgbClr val="585B66"/>
                </a:solidFill>
                <a:latin typeface="Arial"/>
                <a:cs typeface="Arial"/>
                <a:hlinkClick r:id="rId8" action="ppaction://hlinksldjump"/>
              </a:rPr>
              <a:t>Requirements</a:t>
            </a:r>
            <a:endParaRPr sz="5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40"/>
              </a:spcBef>
            </a:pPr>
            <a:r>
              <a:rPr dirty="0" sz="550" spc="10">
                <a:solidFill>
                  <a:srgbClr val="585B66"/>
                </a:solidFill>
                <a:latin typeface="Arial"/>
                <a:cs typeface="Arial"/>
                <a:hlinkClick r:id="rId9" action="ppaction://hlinksldjump"/>
              </a:rPr>
              <a:t>Non-Functional</a:t>
            </a:r>
            <a:r>
              <a:rPr dirty="0" sz="550" spc="125">
                <a:solidFill>
                  <a:srgbClr val="585B66"/>
                </a:solidFill>
                <a:latin typeface="Arial"/>
                <a:cs typeface="Arial"/>
                <a:hlinkClick r:id="rId9" action="ppaction://hlinksldjump"/>
              </a:rPr>
              <a:t> </a:t>
            </a:r>
            <a:r>
              <a:rPr dirty="0" sz="550" spc="-10">
                <a:solidFill>
                  <a:srgbClr val="585B66"/>
                </a:solidFill>
                <a:latin typeface="Arial"/>
                <a:cs typeface="Arial"/>
                <a:hlinkClick r:id="rId9" action="ppaction://hlinksldjump"/>
              </a:rPr>
              <a:t>Requirements</a:t>
            </a:r>
            <a:endParaRPr sz="55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547241" y="655255"/>
            <a:ext cx="3910965" cy="1412875"/>
          </a:xfrm>
          <a:prstGeom prst="rect">
            <a:avLst/>
          </a:prstGeom>
        </p:spPr>
        <p:txBody>
          <a:bodyPr wrap="square" lIns="0" tIns="73660" rIns="0" bIns="0" rtlCol="0" vert="horz">
            <a:spAutoFit/>
          </a:bodyPr>
          <a:lstStyle/>
          <a:p>
            <a:pPr marL="128905" indent="-116205">
              <a:lnSpc>
                <a:spcPct val="100000"/>
              </a:lnSpc>
              <a:spcBef>
                <a:spcPts val="580"/>
              </a:spcBef>
              <a:buClr>
                <a:srgbClr val="0B4CB2"/>
              </a:buClr>
              <a:buSzPct val="73684"/>
              <a:buFont typeface="Arial"/>
              <a:buChar char="•"/>
              <a:tabLst>
                <a:tab pos="128905" algn="l"/>
              </a:tabLst>
            </a:pPr>
            <a:r>
              <a:rPr dirty="0" sz="950" b="1">
                <a:solidFill>
                  <a:srgbClr val="131318"/>
                </a:solidFill>
                <a:latin typeface="Arial"/>
                <a:cs typeface="Arial"/>
              </a:rPr>
              <a:t>Processor:</a:t>
            </a:r>
            <a:r>
              <a:rPr dirty="0" sz="950" spc="40" b="1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31318"/>
                </a:solidFill>
                <a:latin typeface="Arial"/>
                <a:cs typeface="Arial"/>
              </a:rPr>
              <a:t>Intel</a:t>
            </a:r>
            <a:r>
              <a:rPr dirty="0" sz="950" spc="-15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31318"/>
                </a:solidFill>
                <a:latin typeface="Arial"/>
                <a:cs typeface="Arial"/>
              </a:rPr>
              <a:t>Core</a:t>
            </a:r>
            <a:r>
              <a:rPr dirty="0" sz="950" spc="-20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31318"/>
                </a:solidFill>
                <a:latin typeface="Arial"/>
                <a:cs typeface="Arial"/>
              </a:rPr>
              <a:t>i3</a:t>
            </a:r>
            <a:r>
              <a:rPr dirty="0" sz="950" spc="-20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31318"/>
                </a:solidFill>
                <a:latin typeface="Arial"/>
                <a:cs typeface="Arial"/>
              </a:rPr>
              <a:t>or</a:t>
            </a:r>
            <a:r>
              <a:rPr dirty="0" sz="950" spc="-15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31318"/>
                </a:solidFill>
                <a:latin typeface="Arial"/>
                <a:cs typeface="Arial"/>
              </a:rPr>
              <a:t>equivalent</a:t>
            </a:r>
            <a:r>
              <a:rPr dirty="0" sz="950" spc="-20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31318"/>
                </a:solidFill>
                <a:latin typeface="Arial"/>
                <a:cs typeface="Arial"/>
              </a:rPr>
              <a:t>and</a:t>
            </a:r>
            <a:r>
              <a:rPr dirty="0" sz="950" spc="-20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950" spc="-10">
                <a:solidFill>
                  <a:srgbClr val="131318"/>
                </a:solidFill>
                <a:latin typeface="Arial"/>
                <a:cs typeface="Arial"/>
              </a:rPr>
              <a:t>above.</a:t>
            </a:r>
            <a:endParaRPr sz="950">
              <a:latin typeface="Arial"/>
              <a:cs typeface="Arial"/>
            </a:endParaRPr>
          </a:p>
          <a:p>
            <a:pPr marL="128905" indent="-116205">
              <a:lnSpc>
                <a:spcPct val="100000"/>
              </a:lnSpc>
              <a:spcBef>
                <a:spcPts val="480"/>
              </a:spcBef>
              <a:buClr>
                <a:srgbClr val="0B4CB2"/>
              </a:buClr>
              <a:buSzPct val="73684"/>
              <a:buFont typeface="Arial"/>
              <a:buChar char="•"/>
              <a:tabLst>
                <a:tab pos="128905" algn="l"/>
              </a:tabLst>
            </a:pPr>
            <a:r>
              <a:rPr dirty="0" sz="950" b="1">
                <a:solidFill>
                  <a:srgbClr val="131318"/>
                </a:solidFill>
                <a:latin typeface="Arial"/>
                <a:cs typeface="Arial"/>
              </a:rPr>
              <a:t>RAM:</a:t>
            </a:r>
            <a:r>
              <a:rPr dirty="0" sz="950" spc="-20" b="1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31318"/>
                </a:solidFill>
                <a:latin typeface="Arial"/>
                <a:cs typeface="Arial"/>
              </a:rPr>
              <a:t>Minimum</a:t>
            </a:r>
            <a:r>
              <a:rPr dirty="0" sz="950" spc="-20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31318"/>
                </a:solidFill>
                <a:latin typeface="Arial"/>
                <a:cs typeface="Arial"/>
              </a:rPr>
              <a:t>4</a:t>
            </a:r>
            <a:r>
              <a:rPr dirty="0" sz="950" spc="-20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31318"/>
                </a:solidFill>
                <a:latin typeface="Arial"/>
                <a:cs typeface="Arial"/>
              </a:rPr>
              <a:t>GB</a:t>
            </a:r>
            <a:r>
              <a:rPr dirty="0" sz="950" spc="-20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31318"/>
                </a:solidFill>
                <a:latin typeface="Arial"/>
                <a:cs typeface="Arial"/>
              </a:rPr>
              <a:t>(8</a:t>
            </a:r>
            <a:r>
              <a:rPr dirty="0" sz="950" spc="-20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31318"/>
                </a:solidFill>
                <a:latin typeface="Arial"/>
                <a:cs typeface="Arial"/>
              </a:rPr>
              <a:t>GB</a:t>
            </a:r>
            <a:r>
              <a:rPr dirty="0" sz="950" spc="-20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950" spc="-10">
                <a:solidFill>
                  <a:srgbClr val="131318"/>
                </a:solidFill>
                <a:latin typeface="Arial"/>
                <a:cs typeface="Arial"/>
              </a:rPr>
              <a:t>recommended).</a:t>
            </a:r>
            <a:endParaRPr sz="950">
              <a:latin typeface="Arial"/>
              <a:cs typeface="Arial"/>
            </a:endParaRPr>
          </a:p>
          <a:p>
            <a:pPr marL="128905" indent="-116205">
              <a:lnSpc>
                <a:spcPct val="100000"/>
              </a:lnSpc>
              <a:spcBef>
                <a:spcPts val="484"/>
              </a:spcBef>
              <a:buClr>
                <a:srgbClr val="0B4CB2"/>
              </a:buClr>
              <a:buSzPct val="73684"/>
              <a:buFont typeface="Arial"/>
              <a:buChar char="•"/>
              <a:tabLst>
                <a:tab pos="128905" algn="l"/>
              </a:tabLst>
            </a:pPr>
            <a:r>
              <a:rPr dirty="0" sz="950" b="1">
                <a:solidFill>
                  <a:srgbClr val="131318"/>
                </a:solidFill>
                <a:latin typeface="Arial"/>
                <a:cs typeface="Arial"/>
              </a:rPr>
              <a:t>Storage:</a:t>
            </a:r>
            <a:r>
              <a:rPr dirty="0" sz="950" spc="40" b="1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31318"/>
                </a:solidFill>
                <a:latin typeface="Arial"/>
                <a:cs typeface="Arial"/>
              </a:rPr>
              <a:t>Minimum</a:t>
            </a:r>
            <a:r>
              <a:rPr dirty="0" sz="950" spc="-15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31318"/>
                </a:solidFill>
                <a:latin typeface="Arial"/>
                <a:cs typeface="Arial"/>
              </a:rPr>
              <a:t>10</a:t>
            </a:r>
            <a:r>
              <a:rPr dirty="0" sz="950" spc="-20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31318"/>
                </a:solidFill>
                <a:latin typeface="Arial"/>
                <a:cs typeface="Arial"/>
              </a:rPr>
              <a:t>GB</a:t>
            </a:r>
            <a:r>
              <a:rPr dirty="0" sz="950" spc="-20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31318"/>
                </a:solidFill>
                <a:latin typeface="Arial"/>
                <a:cs typeface="Arial"/>
              </a:rPr>
              <a:t>of</a:t>
            </a:r>
            <a:r>
              <a:rPr dirty="0" sz="950" spc="-15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31318"/>
                </a:solidFill>
                <a:latin typeface="Arial"/>
                <a:cs typeface="Arial"/>
              </a:rPr>
              <a:t>free</a:t>
            </a:r>
            <a:r>
              <a:rPr dirty="0" sz="950" spc="-20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31318"/>
                </a:solidFill>
                <a:latin typeface="Arial"/>
                <a:cs typeface="Arial"/>
              </a:rPr>
              <a:t>disk</a:t>
            </a:r>
            <a:r>
              <a:rPr dirty="0" sz="950" spc="-20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950" spc="-10">
                <a:solidFill>
                  <a:srgbClr val="131318"/>
                </a:solidFill>
                <a:latin typeface="Arial"/>
                <a:cs typeface="Arial"/>
              </a:rPr>
              <a:t>space.</a:t>
            </a:r>
            <a:endParaRPr sz="950">
              <a:latin typeface="Arial"/>
              <a:cs typeface="Arial"/>
            </a:endParaRPr>
          </a:p>
          <a:p>
            <a:pPr marL="127635" marR="109220" indent="-115570">
              <a:lnSpc>
                <a:spcPct val="104900"/>
              </a:lnSpc>
              <a:spcBef>
                <a:spcPts val="425"/>
              </a:spcBef>
              <a:buClr>
                <a:srgbClr val="0B4CB2"/>
              </a:buClr>
              <a:buSzPct val="73684"/>
              <a:buFont typeface="Arial"/>
              <a:buChar char="•"/>
              <a:tabLst>
                <a:tab pos="127635" algn="l"/>
              </a:tabLst>
            </a:pPr>
            <a:r>
              <a:rPr dirty="0" sz="950" b="1">
                <a:solidFill>
                  <a:srgbClr val="131318"/>
                </a:solidFill>
                <a:latin typeface="Arial"/>
                <a:cs typeface="Arial"/>
              </a:rPr>
              <a:t>Network:</a:t>
            </a:r>
            <a:r>
              <a:rPr dirty="0" sz="950" spc="35" b="1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31318"/>
                </a:solidFill>
                <a:latin typeface="Arial"/>
                <a:cs typeface="Arial"/>
              </a:rPr>
              <a:t>Internet</a:t>
            </a:r>
            <a:r>
              <a:rPr dirty="0" sz="950" spc="-20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31318"/>
                </a:solidFill>
                <a:latin typeface="Arial"/>
                <a:cs typeface="Arial"/>
              </a:rPr>
              <a:t>connection</a:t>
            </a:r>
            <a:r>
              <a:rPr dirty="0" sz="950" spc="-20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31318"/>
                </a:solidFill>
                <a:latin typeface="Arial"/>
                <a:cs typeface="Arial"/>
              </a:rPr>
              <a:t>for</a:t>
            </a:r>
            <a:r>
              <a:rPr dirty="0" sz="950" spc="-20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31318"/>
                </a:solidFill>
                <a:latin typeface="Arial"/>
                <a:cs typeface="Arial"/>
              </a:rPr>
              <a:t>package</a:t>
            </a:r>
            <a:r>
              <a:rPr dirty="0" sz="950" spc="-20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31318"/>
                </a:solidFill>
                <a:latin typeface="Arial"/>
                <a:cs typeface="Arial"/>
              </a:rPr>
              <a:t>installation</a:t>
            </a:r>
            <a:r>
              <a:rPr dirty="0" sz="950" spc="-25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31318"/>
                </a:solidFill>
                <a:latin typeface="Arial"/>
                <a:cs typeface="Arial"/>
              </a:rPr>
              <a:t>and</a:t>
            </a:r>
            <a:r>
              <a:rPr dirty="0" sz="950" spc="-20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950" spc="-10">
                <a:solidFill>
                  <a:srgbClr val="131318"/>
                </a:solidFill>
                <a:latin typeface="Arial"/>
                <a:cs typeface="Arial"/>
              </a:rPr>
              <a:t>blockchain access.</a:t>
            </a:r>
            <a:endParaRPr sz="950">
              <a:latin typeface="Arial"/>
              <a:cs typeface="Arial"/>
            </a:endParaRPr>
          </a:p>
          <a:p>
            <a:pPr marL="128905" indent="-116205">
              <a:lnSpc>
                <a:spcPct val="100000"/>
              </a:lnSpc>
              <a:spcBef>
                <a:spcPts val="480"/>
              </a:spcBef>
              <a:buClr>
                <a:srgbClr val="0B4CB2"/>
              </a:buClr>
              <a:buSzPct val="73684"/>
              <a:buFont typeface="Arial"/>
              <a:buChar char="•"/>
              <a:tabLst>
                <a:tab pos="128905" algn="l"/>
              </a:tabLst>
            </a:pPr>
            <a:r>
              <a:rPr dirty="0" sz="950" b="1">
                <a:solidFill>
                  <a:srgbClr val="131318"/>
                </a:solidFill>
                <a:latin typeface="Arial"/>
                <a:cs typeface="Arial"/>
              </a:rPr>
              <a:t>Input/Output</a:t>
            </a:r>
            <a:r>
              <a:rPr dirty="0" sz="950" spc="-20" b="1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950" b="1">
                <a:solidFill>
                  <a:srgbClr val="131318"/>
                </a:solidFill>
                <a:latin typeface="Arial"/>
                <a:cs typeface="Arial"/>
              </a:rPr>
              <a:t>Devices:</a:t>
            </a:r>
            <a:r>
              <a:rPr dirty="0" sz="950" spc="40" b="1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31318"/>
                </a:solidFill>
                <a:latin typeface="Arial"/>
                <a:cs typeface="Arial"/>
              </a:rPr>
              <a:t>Standard</a:t>
            </a:r>
            <a:r>
              <a:rPr dirty="0" sz="950" spc="-20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31318"/>
                </a:solidFill>
                <a:latin typeface="Arial"/>
                <a:cs typeface="Arial"/>
              </a:rPr>
              <a:t>keyboard,</a:t>
            </a:r>
            <a:r>
              <a:rPr dirty="0" sz="950" spc="-15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31318"/>
                </a:solidFill>
                <a:latin typeface="Arial"/>
                <a:cs typeface="Arial"/>
              </a:rPr>
              <a:t>mouse,</a:t>
            </a:r>
            <a:r>
              <a:rPr dirty="0" sz="950" spc="-20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31318"/>
                </a:solidFill>
                <a:latin typeface="Arial"/>
                <a:cs typeface="Arial"/>
              </a:rPr>
              <a:t>and</a:t>
            </a:r>
            <a:r>
              <a:rPr dirty="0" sz="950" spc="-20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950" spc="-10">
                <a:solidFill>
                  <a:srgbClr val="131318"/>
                </a:solidFill>
                <a:latin typeface="Arial"/>
                <a:cs typeface="Arial"/>
              </a:rPr>
              <a:t>display.</a:t>
            </a:r>
            <a:endParaRPr sz="950">
              <a:latin typeface="Arial"/>
              <a:cs typeface="Arial"/>
            </a:endParaRPr>
          </a:p>
          <a:p>
            <a:pPr marL="128905" indent="-116205">
              <a:lnSpc>
                <a:spcPct val="100000"/>
              </a:lnSpc>
              <a:spcBef>
                <a:spcPts val="480"/>
              </a:spcBef>
              <a:buClr>
                <a:srgbClr val="0B4CB2"/>
              </a:buClr>
              <a:buSzPct val="73684"/>
              <a:buFont typeface="Arial"/>
              <a:buChar char="•"/>
              <a:tabLst>
                <a:tab pos="128905" algn="l"/>
              </a:tabLst>
            </a:pPr>
            <a:r>
              <a:rPr dirty="0" sz="950" b="1">
                <a:solidFill>
                  <a:srgbClr val="131318"/>
                </a:solidFill>
                <a:latin typeface="Arial"/>
                <a:cs typeface="Arial"/>
              </a:rPr>
              <a:t>Wallet</a:t>
            </a:r>
            <a:r>
              <a:rPr dirty="0" sz="950" spc="-20" b="1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950" b="1">
                <a:solidFill>
                  <a:srgbClr val="131318"/>
                </a:solidFill>
                <a:latin typeface="Arial"/>
                <a:cs typeface="Arial"/>
              </a:rPr>
              <a:t>Device:</a:t>
            </a:r>
            <a:r>
              <a:rPr dirty="0" sz="950" spc="50" b="1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31318"/>
                </a:solidFill>
                <a:latin typeface="Arial"/>
                <a:cs typeface="Arial"/>
              </a:rPr>
              <a:t>Computer</a:t>
            </a:r>
            <a:r>
              <a:rPr dirty="0" sz="950" spc="-20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31318"/>
                </a:solidFill>
                <a:latin typeface="Arial"/>
                <a:cs typeface="Arial"/>
              </a:rPr>
              <a:t>supporting</a:t>
            </a:r>
            <a:r>
              <a:rPr dirty="0" sz="950" spc="-15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31318"/>
                </a:solidFill>
                <a:latin typeface="Arial"/>
                <a:cs typeface="Arial"/>
              </a:rPr>
              <a:t>a</a:t>
            </a:r>
            <a:r>
              <a:rPr dirty="0" sz="950" spc="-15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31318"/>
                </a:solidFill>
                <a:latin typeface="Arial"/>
                <a:cs typeface="Arial"/>
              </a:rPr>
              <a:t>MetaMask-compatible</a:t>
            </a:r>
            <a:r>
              <a:rPr dirty="0" sz="950" spc="-15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950" spc="-10">
                <a:solidFill>
                  <a:srgbClr val="131318"/>
                </a:solidFill>
                <a:latin typeface="Arial"/>
                <a:cs typeface="Arial"/>
              </a:rPr>
              <a:t>browser.</a:t>
            </a:r>
            <a:endParaRPr sz="950">
              <a:latin typeface="Arial"/>
              <a:cs typeface="Arial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0" y="2028291"/>
            <a:ext cx="1146175" cy="127000"/>
            <a:chOff x="0" y="2028291"/>
            <a:chExt cx="1146175" cy="127000"/>
          </a:xfrm>
        </p:grpSpPr>
        <p:sp>
          <p:nvSpPr>
            <p:cNvPr id="4" name="object 4"/>
            <p:cNvSpPr/>
            <p:nvPr/>
          </p:nvSpPr>
          <p:spPr>
            <a:xfrm>
              <a:off x="0" y="2028291"/>
              <a:ext cx="20320" cy="127000"/>
            </a:xfrm>
            <a:custGeom>
              <a:avLst/>
              <a:gdLst/>
              <a:ahLst/>
              <a:cxnLst/>
              <a:rect l="l" t="t" r="r" b="b"/>
              <a:pathLst>
                <a:path w="20320" h="127000">
                  <a:moveTo>
                    <a:pt x="20243" y="0"/>
                  </a:moveTo>
                  <a:lnTo>
                    <a:pt x="0" y="0"/>
                  </a:lnTo>
                  <a:lnTo>
                    <a:pt x="0" y="126987"/>
                  </a:lnTo>
                  <a:lnTo>
                    <a:pt x="20243" y="126987"/>
                  </a:lnTo>
                  <a:lnTo>
                    <a:pt x="20243" y="0"/>
                  </a:lnTo>
                  <a:close/>
                </a:path>
              </a:pathLst>
            </a:custGeom>
            <a:solidFill>
              <a:srgbClr val="0B4CB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20243" y="2028291"/>
              <a:ext cx="1125855" cy="127000"/>
            </a:xfrm>
            <a:custGeom>
              <a:avLst/>
              <a:gdLst/>
              <a:ahLst/>
              <a:cxnLst/>
              <a:rect l="l" t="t" r="r" b="b"/>
              <a:pathLst>
                <a:path w="1125855" h="127000">
                  <a:moveTo>
                    <a:pt x="1125423" y="0"/>
                  </a:moveTo>
                  <a:lnTo>
                    <a:pt x="0" y="0"/>
                  </a:lnTo>
                  <a:lnTo>
                    <a:pt x="0" y="126987"/>
                  </a:lnTo>
                  <a:lnTo>
                    <a:pt x="1125423" y="126987"/>
                  </a:lnTo>
                  <a:lnTo>
                    <a:pt x="1125423" y="0"/>
                  </a:lnTo>
                  <a:close/>
                </a:path>
              </a:pathLst>
            </a:custGeom>
            <a:solidFill>
              <a:srgbClr val="DCE5F7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 txBox="1"/>
          <p:nvPr/>
        </p:nvSpPr>
        <p:spPr>
          <a:xfrm>
            <a:off x="20243" y="1971339"/>
            <a:ext cx="1125855" cy="8432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8575" marR="281940">
              <a:lnSpc>
                <a:spcPct val="167600"/>
              </a:lnSpc>
              <a:spcBef>
                <a:spcPts val="100"/>
              </a:spcBef>
            </a:pPr>
            <a:r>
              <a:rPr dirty="0" sz="550">
                <a:solidFill>
                  <a:srgbClr val="0B4CB2"/>
                </a:solidFill>
                <a:latin typeface="Arial"/>
                <a:cs typeface="Arial"/>
                <a:hlinkClick r:id="rId10" action="ppaction://hlinksldjump"/>
              </a:rPr>
              <a:t>Hardware</a:t>
            </a:r>
            <a:r>
              <a:rPr dirty="0" sz="550" spc="150">
                <a:solidFill>
                  <a:srgbClr val="0B4CB2"/>
                </a:solidFill>
                <a:latin typeface="Arial"/>
                <a:cs typeface="Arial"/>
                <a:hlinkClick r:id="rId10" action="ppaction://hlinksldjump"/>
              </a:rPr>
              <a:t> </a:t>
            </a:r>
            <a:r>
              <a:rPr dirty="0" sz="550" spc="-10">
                <a:solidFill>
                  <a:srgbClr val="0B4CB2"/>
                </a:solidFill>
                <a:latin typeface="Arial"/>
                <a:cs typeface="Arial"/>
                <a:hlinkClick r:id="rId10" action="ppaction://hlinksldjump"/>
              </a:rPr>
              <a:t>Requirements</a:t>
            </a:r>
            <a:r>
              <a:rPr dirty="0" sz="550" spc="500">
                <a:solidFill>
                  <a:srgbClr val="0B4CB2"/>
                </a:solidFill>
                <a:latin typeface="Arial"/>
                <a:cs typeface="Arial"/>
              </a:rPr>
              <a:t> </a:t>
            </a:r>
            <a:r>
              <a:rPr dirty="0" sz="550">
                <a:solidFill>
                  <a:srgbClr val="585B66"/>
                </a:solidFill>
                <a:latin typeface="Arial"/>
                <a:cs typeface="Arial"/>
                <a:hlinkClick r:id="rId11" action="ppaction://hlinksldjump"/>
              </a:rPr>
              <a:t>Software</a:t>
            </a:r>
            <a:r>
              <a:rPr dirty="0" sz="550" spc="150">
                <a:solidFill>
                  <a:srgbClr val="585B66"/>
                </a:solidFill>
                <a:latin typeface="Arial"/>
                <a:cs typeface="Arial"/>
                <a:hlinkClick r:id="rId11" action="ppaction://hlinksldjump"/>
              </a:rPr>
              <a:t> </a:t>
            </a:r>
            <a:r>
              <a:rPr dirty="0" sz="550" spc="-10">
                <a:solidFill>
                  <a:srgbClr val="585B66"/>
                </a:solidFill>
                <a:latin typeface="Arial"/>
                <a:cs typeface="Arial"/>
                <a:hlinkClick r:id="rId11" action="ppaction://hlinksldjump"/>
              </a:rPr>
              <a:t>Requirements</a:t>
            </a:r>
            <a:r>
              <a:rPr dirty="0" sz="550" spc="500">
                <a:solidFill>
                  <a:srgbClr val="585B66"/>
                </a:solidFill>
                <a:latin typeface="Arial"/>
                <a:cs typeface="Arial"/>
              </a:rPr>
              <a:t> </a:t>
            </a:r>
            <a:r>
              <a:rPr dirty="0" sz="550" spc="-10">
                <a:solidFill>
                  <a:srgbClr val="585B66"/>
                </a:solidFill>
                <a:latin typeface="Arial"/>
                <a:cs typeface="Arial"/>
                <a:hlinkClick r:id="rId12" action="ppaction://hlinksldjump"/>
              </a:rPr>
              <a:t>Result</a:t>
            </a:r>
            <a:endParaRPr sz="550">
              <a:latin typeface="Arial"/>
              <a:cs typeface="Arial"/>
            </a:endParaRPr>
          </a:p>
          <a:p>
            <a:pPr marL="28575" marR="640715">
              <a:lnSpc>
                <a:spcPts val="1000"/>
              </a:lnSpc>
              <a:spcBef>
                <a:spcPts val="85"/>
              </a:spcBef>
            </a:pPr>
            <a:r>
              <a:rPr dirty="0" sz="550" spc="-10">
                <a:solidFill>
                  <a:srgbClr val="585B66"/>
                </a:solidFill>
                <a:latin typeface="Arial"/>
                <a:cs typeface="Arial"/>
                <a:hlinkClick r:id="rId13" action="ppaction://hlinksldjump"/>
              </a:rPr>
              <a:t>Conclusion</a:t>
            </a:r>
            <a:r>
              <a:rPr dirty="0" sz="550" spc="500">
                <a:solidFill>
                  <a:srgbClr val="585B66"/>
                </a:solidFill>
                <a:latin typeface="Arial"/>
                <a:cs typeface="Arial"/>
              </a:rPr>
              <a:t> </a:t>
            </a:r>
            <a:r>
              <a:rPr dirty="0" sz="550">
                <a:solidFill>
                  <a:srgbClr val="585B66"/>
                </a:solidFill>
                <a:latin typeface="Arial"/>
                <a:cs typeface="Arial"/>
                <a:hlinkClick r:id="rId14" action="ppaction://hlinksldjump"/>
              </a:rPr>
              <a:t>Future</a:t>
            </a:r>
            <a:r>
              <a:rPr dirty="0" sz="550" spc="120">
                <a:solidFill>
                  <a:srgbClr val="585B66"/>
                </a:solidFill>
                <a:latin typeface="Arial"/>
                <a:cs typeface="Arial"/>
                <a:hlinkClick r:id="rId14" action="ppaction://hlinksldjump"/>
              </a:rPr>
              <a:t> </a:t>
            </a:r>
            <a:r>
              <a:rPr dirty="0" sz="550" spc="-10">
                <a:solidFill>
                  <a:srgbClr val="585B66"/>
                </a:solidFill>
                <a:latin typeface="Arial"/>
                <a:cs typeface="Arial"/>
                <a:hlinkClick r:id="rId14" action="ppaction://hlinksldjump"/>
              </a:rPr>
              <a:t>Scope</a:t>
            </a:r>
            <a:endParaRPr sz="550">
              <a:latin typeface="Arial"/>
              <a:cs typeface="Arial"/>
            </a:endParaRPr>
          </a:p>
          <a:p>
            <a:pPr marL="28575">
              <a:lnSpc>
                <a:spcPct val="100000"/>
              </a:lnSpc>
              <a:spcBef>
                <a:spcPts val="365"/>
              </a:spcBef>
            </a:pPr>
            <a:r>
              <a:rPr dirty="0" sz="550" spc="-10">
                <a:solidFill>
                  <a:srgbClr val="585B66"/>
                </a:solidFill>
                <a:latin typeface="Arial"/>
                <a:cs typeface="Arial"/>
                <a:hlinkClick r:id="rId15" action="ppaction://hlinksldjump"/>
              </a:rPr>
              <a:t>References</a:t>
            </a:r>
            <a:endParaRPr sz="550">
              <a:latin typeface="Arial"/>
              <a:cs typeface="Arial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Software</a:t>
            </a:r>
            <a:r>
              <a:rPr dirty="0" spc="145"/>
              <a:t> </a:t>
            </a:r>
            <a:r>
              <a:rPr dirty="0" spc="-10"/>
              <a:t>Requirements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5256733" y="217041"/>
            <a:ext cx="264160" cy="126364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650">
                <a:solidFill>
                  <a:srgbClr val="787D86"/>
                </a:solidFill>
                <a:latin typeface="Arial"/>
                <a:cs typeface="Arial"/>
              </a:rPr>
              <a:t>15</a:t>
            </a:r>
            <a:r>
              <a:rPr dirty="0" sz="650" spc="-65">
                <a:solidFill>
                  <a:srgbClr val="787D86"/>
                </a:solidFill>
                <a:latin typeface="Arial"/>
                <a:cs typeface="Arial"/>
              </a:rPr>
              <a:t> </a:t>
            </a:r>
            <a:r>
              <a:rPr dirty="0" sz="650">
                <a:solidFill>
                  <a:srgbClr val="787D86"/>
                </a:solidFill>
                <a:latin typeface="Arial"/>
                <a:cs typeface="Arial"/>
              </a:rPr>
              <a:t>/</a:t>
            </a:r>
            <a:r>
              <a:rPr dirty="0" sz="650" spc="-65">
                <a:solidFill>
                  <a:srgbClr val="787D86"/>
                </a:solidFill>
                <a:latin typeface="Arial"/>
                <a:cs typeface="Arial"/>
              </a:rPr>
              <a:t> </a:t>
            </a:r>
            <a:r>
              <a:rPr dirty="0" sz="650" spc="-25">
                <a:solidFill>
                  <a:srgbClr val="787D86"/>
                </a:solidFill>
                <a:latin typeface="Arial"/>
                <a:cs typeface="Arial"/>
              </a:rPr>
              <a:t>24</a:t>
            </a:r>
            <a:endParaRPr sz="650">
              <a:latin typeface="Arial"/>
              <a:cs typeface="Arial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36639" y="906851"/>
            <a:ext cx="1015365" cy="12312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358140">
              <a:lnSpc>
                <a:spcPct val="150500"/>
              </a:lnSpc>
              <a:spcBef>
                <a:spcPts val="95"/>
              </a:spcBef>
            </a:pPr>
            <a:r>
              <a:rPr dirty="0" sz="550" spc="-10">
                <a:solidFill>
                  <a:srgbClr val="585B66"/>
                </a:solidFill>
                <a:latin typeface="Arial"/>
                <a:cs typeface="Arial"/>
                <a:hlinkClick r:id="rId2" action="ppaction://hlinksldjump"/>
              </a:rPr>
              <a:t>Introduction</a:t>
            </a:r>
            <a:r>
              <a:rPr dirty="0" sz="550" spc="500">
                <a:solidFill>
                  <a:srgbClr val="585B66"/>
                </a:solidFill>
                <a:latin typeface="Arial"/>
                <a:cs typeface="Arial"/>
              </a:rPr>
              <a:t> </a:t>
            </a:r>
            <a:r>
              <a:rPr dirty="0" sz="550">
                <a:solidFill>
                  <a:srgbClr val="585B66"/>
                </a:solidFill>
                <a:latin typeface="Arial"/>
                <a:cs typeface="Arial"/>
                <a:hlinkClick r:id="rId3" action="ppaction://hlinksldjump"/>
              </a:rPr>
              <a:t>Problem</a:t>
            </a:r>
            <a:r>
              <a:rPr dirty="0" sz="550" spc="125">
                <a:solidFill>
                  <a:srgbClr val="585B66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dirty="0" sz="550" spc="-10">
                <a:solidFill>
                  <a:srgbClr val="585B66"/>
                </a:solidFill>
                <a:latin typeface="Arial"/>
                <a:cs typeface="Arial"/>
                <a:hlinkClick r:id="rId3" action="ppaction://hlinksldjump"/>
              </a:rPr>
              <a:t>Statement</a:t>
            </a:r>
            <a:r>
              <a:rPr dirty="0" sz="550" spc="500">
                <a:solidFill>
                  <a:srgbClr val="585B66"/>
                </a:solidFill>
                <a:latin typeface="Arial"/>
                <a:cs typeface="Arial"/>
              </a:rPr>
              <a:t> </a:t>
            </a:r>
            <a:r>
              <a:rPr dirty="0" sz="550" spc="10">
                <a:solidFill>
                  <a:srgbClr val="585B66"/>
                </a:solidFill>
                <a:latin typeface="Arial"/>
                <a:cs typeface="Arial"/>
                <a:hlinkClick r:id="rId4" action="ppaction://hlinksldjump"/>
              </a:rPr>
              <a:t>Literature</a:t>
            </a:r>
            <a:r>
              <a:rPr dirty="0" sz="550" spc="70">
                <a:solidFill>
                  <a:srgbClr val="585B66"/>
                </a:solidFill>
                <a:latin typeface="Arial"/>
                <a:cs typeface="Arial"/>
                <a:hlinkClick r:id="rId4" action="ppaction://hlinksldjump"/>
              </a:rPr>
              <a:t> </a:t>
            </a:r>
            <a:r>
              <a:rPr dirty="0" sz="550" spc="-10">
                <a:solidFill>
                  <a:srgbClr val="585B66"/>
                </a:solidFill>
                <a:latin typeface="Arial"/>
                <a:cs typeface="Arial"/>
                <a:hlinkClick r:id="rId4" action="ppaction://hlinksldjump"/>
              </a:rPr>
              <a:t>Review</a:t>
            </a:r>
            <a:r>
              <a:rPr dirty="0" sz="550" spc="500">
                <a:solidFill>
                  <a:srgbClr val="585B66"/>
                </a:solidFill>
                <a:latin typeface="Arial"/>
                <a:cs typeface="Arial"/>
              </a:rPr>
              <a:t> </a:t>
            </a:r>
            <a:r>
              <a:rPr dirty="0" sz="550" spc="10">
                <a:solidFill>
                  <a:srgbClr val="585B66"/>
                </a:solidFill>
                <a:latin typeface="Arial"/>
                <a:cs typeface="Arial"/>
                <a:hlinkClick r:id="rId5" action="ppaction://hlinksldjump"/>
              </a:rPr>
              <a:t>Proposed</a:t>
            </a:r>
            <a:r>
              <a:rPr dirty="0" sz="550" spc="114">
                <a:solidFill>
                  <a:srgbClr val="585B66"/>
                </a:solidFill>
                <a:latin typeface="Arial"/>
                <a:cs typeface="Arial"/>
                <a:hlinkClick r:id="rId5" action="ppaction://hlinksldjump"/>
              </a:rPr>
              <a:t> </a:t>
            </a:r>
            <a:r>
              <a:rPr dirty="0" sz="550" spc="-10">
                <a:solidFill>
                  <a:srgbClr val="585B66"/>
                </a:solidFill>
                <a:latin typeface="Arial"/>
                <a:cs typeface="Arial"/>
                <a:hlinkClick r:id="rId5" action="ppaction://hlinksldjump"/>
              </a:rPr>
              <a:t>Solution</a:t>
            </a:r>
            <a:endParaRPr sz="550">
              <a:latin typeface="Arial"/>
              <a:cs typeface="Arial"/>
            </a:endParaRPr>
          </a:p>
          <a:p>
            <a:pPr marL="12700" marR="327660">
              <a:lnSpc>
                <a:spcPct val="166600"/>
              </a:lnSpc>
              <a:spcBef>
                <a:spcPts val="10"/>
              </a:spcBef>
            </a:pPr>
            <a:r>
              <a:rPr dirty="0" sz="550">
                <a:solidFill>
                  <a:srgbClr val="585B66"/>
                </a:solidFill>
                <a:latin typeface="Arial"/>
                <a:cs typeface="Arial"/>
                <a:hlinkClick r:id="rId6" action="ppaction://hlinksldjump"/>
              </a:rPr>
              <a:t>System</a:t>
            </a:r>
            <a:r>
              <a:rPr dirty="0" sz="550" spc="135">
                <a:solidFill>
                  <a:srgbClr val="585B66"/>
                </a:solidFill>
                <a:latin typeface="Arial"/>
                <a:cs typeface="Arial"/>
                <a:hlinkClick r:id="rId6" action="ppaction://hlinksldjump"/>
              </a:rPr>
              <a:t> </a:t>
            </a:r>
            <a:r>
              <a:rPr dirty="0" sz="550" spc="-10">
                <a:solidFill>
                  <a:srgbClr val="585B66"/>
                </a:solidFill>
                <a:latin typeface="Arial"/>
                <a:cs typeface="Arial"/>
                <a:hlinkClick r:id="rId6" action="ppaction://hlinksldjump"/>
              </a:rPr>
              <a:t>Architecture</a:t>
            </a:r>
            <a:r>
              <a:rPr dirty="0" sz="550" spc="500">
                <a:solidFill>
                  <a:srgbClr val="585B66"/>
                </a:solidFill>
                <a:latin typeface="Arial"/>
                <a:cs typeface="Arial"/>
              </a:rPr>
              <a:t> </a:t>
            </a:r>
            <a:r>
              <a:rPr dirty="0" sz="550" spc="-10">
                <a:solidFill>
                  <a:srgbClr val="585B66"/>
                </a:solidFill>
                <a:latin typeface="Arial"/>
                <a:cs typeface="Arial"/>
                <a:hlinkClick r:id="rId7" action="ppaction://hlinksldjump"/>
              </a:rPr>
              <a:t>Methodology</a:t>
            </a:r>
            <a:endParaRPr sz="5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50"/>
              </a:spcBef>
            </a:pPr>
            <a:r>
              <a:rPr dirty="0" sz="550" spc="10">
                <a:solidFill>
                  <a:srgbClr val="585B66"/>
                </a:solidFill>
                <a:latin typeface="Arial"/>
                <a:cs typeface="Arial"/>
                <a:hlinkClick r:id="rId8" action="ppaction://hlinksldjump"/>
              </a:rPr>
              <a:t>Functional</a:t>
            </a:r>
            <a:r>
              <a:rPr dirty="0" sz="550" spc="85">
                <a:solidFill>
                  <a:srgbClr val="585B66"/>
                </a:solidFill>
                <a:latin typeface="Arial"/>
                <a:cs typeface="Arial"/>
                <a:hlinkClick r:id="rId8" action="ppaction://hlinksldjump"/>
              </a:rPr>
              <a:t> </a:t>
            </a:r>
            <a:r>
              <a:rPr dirty="0" sz="550" spc="-10">
                <a:solidFill>
                  <a:srgbClr val="585B66"/>
                </a:solidFill>
                <a:latin typeface="Arial"/>
                <a:cs typeface="Arial"/>
                <a:hlinkClick r:id="rId8" action="ppaction://hlinksldjump"/>
              </a:rPr>
              <a:t>Requirements</a:t>
            </a:r>
            <a:endParaRPr sz="550">
              <a:latin typeface="Arial"/>
              <a:cs typeface="Arial"/>
            </a:endParaRPr>
          </a:p>
          <a:p>
            <a:pPr marL="12700" marR="5080">
              <a:lnSpc>
                <a:spcPct val="166600"/>
              </a:lnSpc>
            </a:pPr>
            <a:r>
              <a:rPr dirty="0" sz="550" spc="10">
                <a:solidFill>
                  <a:srgbClr val="585B66"/>
                </a:solidFill>
                <a:latin typeface="Arial"/>
                <a:cs typeface="Arial"/>
                <a:hlinkClick r:id="rId9" action="ppaction://hlinksldjump"/>
              </a:rPr>
              <a:t>Non-Functional</a:t>
            </a:r>
            <a:r>
              <a:rPr dirty="0" sz="550" spc="125">
                <a:solidFill>
                  <a:srgbClr val="585B66"/>
                </a:solidFill>
                <a:latin typeface="Arial"/>
                <a:cs typeface="Arial"/>
                <a:hlinkClick r:id="rId9" action="ppaction://hlinksldjump"/>
              </a:rPr>
              <a:t> </a:t>
            </a:r>
            <a:r>
              <a:rPr dirty="0" sz="550" spc="-10">
                <a:solidFill>
                  <a:srgbClr val="585B66"/>
                </a:solidFill>
                <a:latin typeface="Arial"/>
                <a:cs typeface="Arial"/>
                <a:hlinkClick r:id="rId9" action="ppaction://hlinksldjump"/>
              </a:rPr>
              <a:t>Requirements</a:t>
            </a:r>
            <a:r>
              <a:rPr dirty="0" sz="550" spc="500">
                <a:solidFill>
                  <a:srgbClr val="585B66"/>
                </a:solidFill>
                <a:latin typeface="Arial"/>
                <a:cs typeface="Arial"/>
              </a:rPr>
              <a:t> </a:t>
            </a:r>
            <a:r>
              <a:rPr dirty="0" sz="550">
                <a:solidFill>
                  <a:srgbClr val="585B66"/>
                </a:solidFill>
                <a:latin typeface="Arial"/>
                <a:cs typeface="Arial"/>
                <a:hlinkClick r:id="rId10" action="ppaction://hlinksldjump"/>
              </a:rPr>
              <a:t>Hardware</a:t>
            </a:r>
            <a:r>
              <a:rPr dirty="0" sz="550" spc="150">
                <a:solidFill>
                  <a:srgbClr val="585B66"/>
                </a:solidFill>
                <a:latin typeface="Arial"/>
                <a:cs typeface="Arial"/>
                <a:hlinkClick r:id="rId10" action="ppaction://hlinksldjump"/>
              </a:rPr>
              <a:t> </a:t>
            </a:r>
            <a:r>
              <a:rPr dirty="0" sz="550" spc="-10">
                <a:solidFill>
                  <a:srgbClr val="585B66"/>
                </a:solidFill>
                <a:latin typeface="Arial"/>
                <a:cs typeface="Arial"/>
                <a:hlinkClick r:id="rId10" action="ppaction://hlinksldjump"/>
              </a:rPr>
              <a:t>Requirements</a:t>
            </a:r>
            <a:endParaRPr sz="550">
              <a:latin typeface="Arial"/>
              <a:cs typeface="Arial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0" y="2167928"/>
            <a:ext cx="1146175" cy="128905"/>
            <a:chOff x="0" y="2167928"/>
            <a:chExt cx="1146175" cy="128905"/>
          </a:xfrm>
        </p:grpSpPr>
        <p:sp>
          <p:nvSpPr>
            <p:cNvPr id="4" name="object 4"/>
            <p:cNvSpPr/>
            <p:nvPr/>
          </p:nvSpPr>
          <p:spPr>
            <a:xfrm>
              <a:off x="0" y="2167928"/>
              <a:ext cx="20320" cy="128905"/>
            </a:xfrm>
            <a:custGeom>
              <a:avLst/>
              <a:gdLst/>
              <a:ahLst/>
              <a:cxnLst/>
              <a:rect l="l" t="t" r="r" b="b"/>
              <a:pathLst>
                <a:path w="20320" h="128905">
                  <a:moveTo>
                    <a:pt x="20243" y="0"/>
                  </a:moveTo>
                  <a:lnTo>
                    <a:pt x="0" y="0"/>
                  </a:lnTo>
                  <a:lnTo>
                    <a:pt x="0" y="128701"/>
                  </a:lnTo>
                  <a:lnTo>
                    <a:pt x="20243" y="128701"/>
                  </a:lnTo>
                  <a:lnTo>
                    <a:pt x="20243" y="0"/>
                  </a:lnTo>
                  <a:close/>
                </a:path>
              </a:pathLst>
            </a:custGeom>
            <a:solidFill>
              <a:srgbClr val="0B4CB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20243" y="2167928"/>
              <a:ext cx="1125855" cy="128905"/>
            </a:xfrm>
            <a:custGeom>
              <a:avLst/>
              <a:gdLst/>
              <a:ahLst/>
              <a:cxnLst/>
              <a:rect l="l" t="t" r="r" b="b"/>
              <a:pathLst>
                <a:path w="1125855" h="128905">
                  <a:moveTo>
                    <a:pt x="1125423" y="0"/>
                  </a:moveTo>
                  <a:lnTo>
                    <a:pt x="0" y="0"/>
                  </a:lnTo>
                  <a:lnTo>
                    <a:pt x="0" y="128701"/>
                  </a:lnTo>
                  <a:lnTo>
                    <a:pt x="1125423" y="128701"/>
                  </a:lnTo>
                  <a:lnTo>
                    <a:pt x="1125423" y="0"/>
                  </a:lnTo>
                  <a:close/>
                </a:path>
              </a:pathLst>
            </a:custGeom>
            <a:solidFill>
              <a:srgbClr val="DCE5F7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 txBox="1"/>
          <p:nvPr/>
        </p:nvSpPr>
        <p:spPr>
          <a:xfrm>
            <a:off x="20243" y="2164613"/>
            <a:ext cx="1125855" cy="11493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28575">
              <a:lnSpc>
                <a:spcPct val="100000"/>
              </a:lnSpc>
              <a:spcBef>
                <a:spcPts val="135"/>
              </a:spcBef>
            </a:pPr>
            <a:r>
              <a:rPr dirty="0" sz="550">
                <a:solidFill>
                  <a:srgbClr val="0B4CB2"/>
                </a:solidFill>
                <a:latin typeface="Arial"/>
                <a:cs typeface="Arial"/>
                <a:hlinkClick r:id="rId11" action="ppaction://hlinksldjump"/>
              </a:rPr>
              <a:t>Software</a:t>
            </a:r>
            <a:r>
              <a:rPr dirty="0" sz="550" spc="150">
                <a:solidFill>
                  <a:srgbClr val="0B4CB2"/>
                </a:solidFill>
                <a:latin typeface="Arial"/>
                <a:cs typeface="Arial"/>
                <a:hlinkClick r:id="rId11" action="ppaction://hlinksldjump"/>
              </a:rPr>
              <a:t> </a:t>
            </a:r>
            <a:r>
              <a:rPr dirty="0" sz="550" spc="-10">
                <a:solidFill>
                  <a:srgbClr val="0B4CB2"/>
                </a:solidFill>
                <a:latin typeface="Arial"/>
                <a:cs typeface="Arial"/>
                <a:hlinkClick r:id="rId11" action="ppaction://hlinksldjump"/>
              </a:rPr>
              <a:t>Requirements</a:t>
            </a:r>
            <a:endParaRPr sz="55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547241" y="709344"/>
            <a:ext cx="3961765" cy="18141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635" marR="455930" indent="-115570">
              <a:lnSpc>
                <a:spcPct val="104900"/>
              </a:lnSpc>
              <a:spcBef>
                <a:spcPts val="100"/>
              </a:spcBef>
              <a:buClr>
                <a:srgbClr val="0B4CB2"/>
              </a:buClr>
              <a:buSzPct val="73684"/>
              <a:buFont typeface="Arial"/>
              <a:buChar char="•"/>
              <a:tabLst>
                <a:tab pos="127635" algn="l"/>
              </a:tabLst>
            </a:pPr>
            <a:r>
              <a:rPr dirty="0" sz="950" b="1">
                <a:solidFill>
                  <a:srgbClr val="131318"/>
                </a:solidFill>
                <a:latin typeface="Arial"/>
                <a:cs typeface="Arial"/>
              </a:rPr>
              <a:t>Smart</a:t>
            </a:r>
            <a:r>
              <a:rPr dirty="0" sz="950" spc="-15" b="1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950" b="1">
                <a:solidFill>
                  <a:srgbClr val="131318"/>
                </a:solidFill>
                <a:latin typeface="Arial"/>
                <a:cs typeface="Arial"/>
              </a:rPr>
              <a:t>contract:</a:t>
            </a:r>
            <a:r>
              <a:rPr dirty="0" sz="950" spc="45" b="1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31318"/>
                </a:solidFill>
                <a:latin typeface="Arial"/>
                <a:cs typeface="Arial"/>
              </a:rPr>
              <a:t>Solidity</a:t>
            </a:r>
            <a:r>
              <a:rPr dirty="0" sz="950" spc="-10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31318"/>
                </a:solidFill>
                <a:latin typeface="Arial"/>
                <a:cs typeface="Arial"/>
              </a:rPr>
              <a:t>0.8.34;</a:t>
            </a:r>
            <a:r>
              <a:rPr dirty="0" sz="950" spc="-15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31318"/>
                </a:solidFill>
                <a:latin typeface="Arial"/>
                <a:cs typeface="Arial"/>
              </a:rPr>
              <a:t>Hardhat</a:t>
            </a:r>
            <a:r>
              <a:rPr dirty="0" sz="950" spc="-15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31318"/>
                </a:solidFill>
                <a:latin typeface="Arial"/>
                <a:cs typeface="Arial"/>
              </a:rPr>
              <a:t>and</a:t>
            </a:r>
            <a:r>
              <a:rPr dirty="0" sz="950" spc="-15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31318"/>
                </a:solidFill>
                <a:latin typeface="Arial"/>
                <a:cs typeface="Arial"/>
              </a:rPr>
              <a:t>ethers</a:t>
            </a:r>
            <a:r>
              <a:rPr dirty="0" sz="950" spc="-15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31318"/>
                </a:solidFill>
                <a:latin typeface="Arial"/>
                <a:cs typeface="Arial"/>
              </a:rPr>
              <a:t>toolbox</a:t>
            </a:r>
            <a:r>
              <a:rPr dirty="0" sz="950" spc="-10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950" spc="-25">
                <a:solidFill>
                  <a:srgbClr val="131318"/>
                </a:solidFill>
                <a:latin typeface="Arial"/>
                <a:cs typeface="Arial"/>
              </a:rPr>
              <a:t>for </a:t>
            </a:r>
            <a:r>
              <a:rPr dirty="0" sz="950" spc="-10">
                <a:solidFill>
                  <a:srgbClr val="131318"/>
                </a:solidFill>
                <a:latin typeface="Arial"/>
                <a:cs typeface="Arial"/>
              </a:rPr>
              <a:t>development/testing.</a:t>
            </a:r>
            <a:endParaRPr sz="950">
              <a:latin typeface="Arial"/>
              <a:cs typeface="Arial"/>
            </a:endParaRPr>
          </a:p>
          <a:p>
            <a:pPr marL="128905" indent="-116205">
              <a:lnSpc>
                <a:spcPct val="100000"/>
              </a:lnSpc>
              <a:spcBef>
                <a:spcPts val="480"/>
              </a:spcBef>
              <a:buClr>
                <a:srgbClr val="0B4CB2"/>
              </a:buClr>
              <a:buSzPct val="73684"/>
              <a:buFont typeface="Arial"/>
              <a:buChar char="•"/>
              <a:tabLst>
                <a:tab pos="128905" algn="l"/>
              </a:tabLst>
            </a:pPr>
            <a:r>
              <a:rPr dirty="0" sz="950" b="1">
                <a:solidFill>
                  <a:srgbClr val="131318"/>
                </a:solidFill>
                <a:latin typeface="Arial"/>
                <a:cs typeface="Arial"/>
              </a:rPr>
              <a:t>Customs</a:t>
            </a:r>
            <a:r>
              <a:rPr dirty="0" sz="950" spc="-15" b="1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950" b="1">
                <a:solidFill>
                  <a:srgbClr val="131318"/>
                </a:solidFill>
                <a:latin typeface="Arial"/>
                <a:cs typeface="Arial"/>
              </a:rPr>
              <a:t>portal:</a:t>
            </a:r>
            <a:r>
              <a:rPr dirty="0" sz="950" spc="55" b="1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950" spc="-10">
                <a:solidFill>
                  <a:srgbClr val="131318"/>
                </a:solidFill>
                <a:latin typeface="Arial"/>
                <a:cs typeface="Arial"/>
              </a:rPr>
              <a:t>Node.js,</a:t>
            </a:r>
            <a:r>
              <a:rPr dirty="0" sz="950" spc="-15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31318"/>
                </a:solidFill>
                <a:latin typeface="Arial"/>
                <a:cs typeface="Arial"/>
              </a:rPr>
              <a:t>Express</a:t>
            </a:r>
            <a:r>
              <a:rPr dirty="0" sz="950" spc="-10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31318"/>
                </a:solidFill>
                <a:latin typeface="Arial"/>
                <a:cs typeface="Arial"/>
              </a:rPr>
              <a:t>5</a:t>
            </a:r>
            <a:r>
              <a:rPr dirty="0" sz="950" spc="-10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31318"/>
                </a:solidFill>
                <a:latin typeface="Arial"/>
                <a:cs typeface="Arial"/>
              </a:rPr>
              <a:t>and</a:t>
            </a:r>
            <a:r>
              <a:rPr dirty="0" sz="950" spc="-10">
                <a:solidFill>
                  <a:srgbClr val="131318"/>
                </a:solidFill>
                <a:latin typeface="Arial"/>
                <a:cs typeface="Arial"/>
              </a:rPr>
              <a:t> Node’s</a:t>
            </a:r>
            <a:r>
              <a:rPr dirty="0" sz="950" spc="-15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950" spc="-10">
                <a:solidFill>
                  <a:srgbClr val="131318"/>
                </a:solidFill>
                <a:latin typeface="Arial"/>
                <a:cs typeface="Arial"/>
              </a:rPr>
              <a:t>built-</a:t>
            </a:r>
            <a:r>
              <a:rPr dirty="0" sz="950">
                <a:solidFill>
                  <a:srgbClr val="131318"/>
                </a:solidFill>
                <a:latin typeface="Arial"/>
                <a:cs typeface="Arial"/>
              </a:rPr>
              <a:t>in</a:t>
            </a:r>
            <a:r>
              <a:rPr dirty="0" sz="950" spc="-10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31318"/>
                </a:solidFill>
                <a:latin typeface="Arial"/>
                <a:cs typeface="Arial"/>
              </a:rPr>
              <a:t>test</a:t>
            </a:r>
            <a:r>
              <a:rPr dirty="0" sz="950" spc="-10">
                <a:solidFill>
                  <a:srgbClr val="131318"/>
                </a:solidFill>
                <a:latin typeface="Arial"/>
                <a:cs typeface="Arial"/>
              </a:rPr>
              <a:t> runner.</a:t>
            </a:r>
            <a:endParaRPr sz="950">
              <a:latin typeface="Arial"/>
              <a:cs typeface="Arial"/>
            </a:endParaRPr>
          </a:p>
          <a:p>
            <a:pPr marL="128905" indent="-116205">
              <a:lnSpc>
                <a:spcPct val="100000"/>
              </a:lnSpc>
              <a:spcBef>
                <a:spcPts val="480"/>
              </a:spcBef>
              <a:buClr>
                <a:srgbClr val="0B4CB2"/>
              </a:buClr>
              <a:buSzPct val="73684"/>
              <a:buFont typeface="Arial"/>
              <a:buChar char="•"/>
              <a:tabLst>
                <a:tab pos="128905" algn="l"/>
              </a:tabLst>
            </a:pPr>
            <a:r>
              <a:rPr dirty="0" sz="950" b="1">
                <a:solidFill>
                  <a:srgbClr val="131318"/>
                </a:solidFill>
                <a:latin typeface="Arial"/>
                <a:cs typeface="Arial"/>
              </a:rPr>
              <a:t>Frontend:</a:t>
            </a:r>
            <a:r>
              <a:rPr dirty="0" sz="950" spc="40" b="1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31318"/>
                </a:solidFill>
                <a:latin typeface="Arial"/>
                <a:cs typeface="Arial"/>
              </a:rPr>
              <a:t>React</a:t>
            </a:r>
            <a:r>
              <a:rPr dirty="0" sz="950" spc="-20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31318"/>
                </a:solidFill>
                <a:latin typeface="Arial"/>
                <a:cs typeface="Arial"/>
              </a:rPr>
              <a:t>19,</a:t>
            </a:r>
            <a:r>
              <a:rPr dirty="0" sz="950" spc="-20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31318"/>
                </a:solidFill>
                <a:latin typeface="Arial"/>
                <a:cs typeface="Arial"/>
              </a:rPr>
              <a:t>Vite</a:t>
            </a:r>
            <a:r>
              <a:rPr dirty="0" sz="950" spc="-20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31318"/>
                </a:solidFill>
                <a:latin typeface="Arial"/>
                <a:cs typeface="Arial"/>
              </a:rPr>
              <a:t>and</a:t>
            </a:r>
            <a:r>
              <a:rPr dirty="0" sz="950" spc="-20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31318"/>
                </a:solidFill>
                <a:latin typeface="Arial"/>
                <a:cs typeface="Arial"/>
              </a:rPr>
              <a:t>ethers.js</a:t>
            </a:r>
            <a:r>
              <a:rPr dirty="0" sz="950" spc="-25">
                <a:solidFill>
                  <a:srgbClr val="131318"/>
                </a:solidFill>
                <a:latin typeface="Arial"/>
                <a:cs typeface="Arial"/>
              </a:rPr>
              <a:t> 6.</a:t>
            </a:r>
            <a:endParaRPr sz="950">
              <a:latin typeface="Arial"/>
              <a:cs typeface="Arial"/>
            </a:endParaRPr>
          </a:p>
          <a:p>
            <a:pPr marL="127635" marR="424180" indent="-115570">
              <a:lnSpc>
                <a:spcPct val="104900"/>
              </a:lnSpc>
              <a:spcBef>
                <a:spcPts val="425"/>
              </a:spcBef>
              <a:buClr>
                <a:srgbClr val="0B4CB2"/>
              </a:buClr>
              <a:buSzPct val="73684"/>
              <a:buFont typeface="Arial"/>
              <a:buChar char="•"/>
              <a:tabLst>
                <a:tab pos="127635" algn="l"/>
              </a:tabLst>
            </a:pPr>
            <a:r>
              <a:rPr dirty="0" sz="950" b="1">
                <a:solidFill>
                  <a:srgbClr val="131318"/>
                </a:solidFill>
                <a:latin typeface="Arial"/>
                <a:cs typeface="Arial"/>
              </a:rPr>
              <a:t>Wallet:</a:t>
            </a:r>
            <a:r>
              <a:rPr dirty="0" sz="950" spc="35" b="1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31318"/>
                </a:solidFill>
                <a:latin typeface="Arial"/>
                <a:cs typeface="Arial"/>
              </a:rPr>
              <a:t>MetaMask</a:t>
            </a:r>
            <a:r>
              <a:rPr dirty="0" sz="950" spc="-20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31318"/>
                </a:solidFill>
                <a:latin typeface="Arial"/>
                <a:cs typeface="Arial"/>
              </a:rPr>
              <a:t>or</a:t>
            </a:r>
            <a:r>
              <a:rPr dirty="0" sz="950" spc="-25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31318"/>
                </a:solidFill>
                <a:latin typeface="Arial"/>
                <a:cs typeface="Arial"/>
              </a:rPr>
              <a:t>a</a:t>
            </a:r>
            <a:r>
              <a:rPr dirty="0" sz="950" spc="-20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31318"/>
                </a:solidFill>
                <a:latin typeface="Arial"/>
                <a:cs typeface="Arial"/>
              </a:rPr>
              <a:t>compatible</a:t>
            </a:r>
            <a:r>
              <a:rPr dirty="0" sz="950" spc="-20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31318"/>
                </a:solidFill>
                <a:latin typeface="Arial"/>
                <a:cs typeface="Arial"/>
              </a:rPr>
              <a:t>injected</a:t>
            </a:r>
            <a:r>
              <a:rPr dirty="0" sz="950" spc="-25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31318"/>
                </a:solidFill>
                <a:latin typeface="Arial"/>
                <a:cs typeface="Arial"/>
              </a:rPr>
              <a:t>wallet</a:t>
            </a:r>
            <a:r>
              <a:rPr dirty="0" sz="950" spc="-20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31318"/>
                </a:solidFill>
                <a:latin typeface="Arial"/>
                <a:cs typeface="Arial"/>
              </a:rPr>
              <a:t>for</a:t>
            </a:r>
            <a:r>
              <a:rPr dirty="0" sz="950" spc="-25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950" spc="-10">
                <a:solidFill>
                  <a:srgbClr val="131318"/>
                </a:solidFill>
                <a:latin typeface="Arial"/>
                <a:cs typeface="Arial"/>
              </a:rPr>
              <a:t>local-chain interactions.</a:t>
            </a:r>
            <a:endParaRPr sz="950">
              <a:latin typeface="Arial"/>
              <a:cs typeface="Arial"/>
            </a:endParaRPr>
          </a:p>
          <a:p>
            <a:pPr marL="127635" marR="5080" indent="-115570">
              <a:lnSpc>
                <a:spcPct val="104900"/>
              </a:lnSpc>
              <a:spcBef>
                <a:spcPts val="430"/>
              </a:spcBef>
              <a:buClr>
                <a:srgbClr val="0B4CB2"/>
              </a:buClr>
              <a:buSzPct val="73684"/>
              <a:buFont typeface="Arial"/>
              <a:buChar char="•"/>
              <a:tabLst>
                <a:tab pos="127635" algn="l"/>
              </a:tabLst>
            </a:pPr>
            <a:r>
              <a:rPr dirty="0" sz="950" b="1">
                <a:solidFill>
                  <a:srgbClr val="131318"/>
                </a:solidFill>
                <a:latin typeface="Arial"/>
                <a:cs typeface="Arial"/>
              </a:rPr>
              <a:t>Planned</a:t>
            </a:r>
            <a:r>
              <a:rPr dirty="0" sz="950" spc="-20" b="1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950" b="1">
                <a:solidFill>
                  <a:srgbClr val="131318"/>
                </a:solidFill>
                <a:latin typeface="Arial"/>
                <a:cs typeface="Arial"/>
              </a:rPr>
              <a:t>proof</a:t>
            </a:r>
            <a:r>
              <a:rPr dirty="0" sz="950" spc="-15" b="1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950" b="1">
                <a:solidFill>
                  <a:srgbClr val="131318"/>
                </a:solidFill>
                <a:latin typeface="Arial"/>
                <a:cs typeface="Arial"/>
              </a:rPr>
              <a:t>service:</a:t>
            </a:r>
            <a:r>
              <a:rPr dirty="0" sz="950" spc="45" b="1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31318"/>
                </a:solidFill>
                <a:latin typeface="Arial"/>
                <a:cs typeface="Arial"/>
              </a:rPr>
              <a:t>Rust</a:t>
            </a:r>
            <a:r>
              <a:rPr dirty="0" sz="950" spc="-15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31318"/>
                </a:solidFill>
                <a:latin typeface="Arial"/>
                <a:cs typeface="Arial"/>
              </a:rPr>
              <a:t>/</a:t>
            </a:r>
            <a:r>
              <a:rPr dirty="0" sz="950" spc="-15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31318"/>
                </a:solidFill>
                <a:latin typeface="Arial"/>
                <a:cs typeface="Arial"/>
              </a:rPr>
              <a:t>TLSNotary</a:t>
            </a:r>
            <a:r>
              <a:rPr dirty="0" sz="950" spc="-15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31318"/>
                </a:solidFill>
                <a:latin typeface="Arial"/>
                <a:cs typeface="Arial"/>
              </a:rPr>
              <a:t>approach</a:t>
            </a:r>
            <a:r>
              <a:rPr dirty="0" sz="950" spc="-20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31318"/>
                </a:solidFill>
                <a:latin typeface="Arial"/>
                <a:cs typeface="Arial"/>
              </a:rPr>
              <a:t>selected</a:t>
            </a:r>
            <a:r>
              <a:rPr dirty="0" sz="950" spc="-15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31318"/>
                </a:solidFill>
                <a:latin typeface="Arial"/>
                <a:cs typeface="Arial"/>
              </a:rPr>
              <a:t>for</a:t>
            </a:r>
            <a:r>
              <a:rPr dirty="0" sz="950" spc="-15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950" spc="-10">
                <a:solidFill>
                  <a:srgbClr val="131318"/>
                </a:solidFill>
                <a:latin typeface="Arial"/>
                <a:cs typeface="Arial"/>
              </a:rPr>
              <a:t>Phase </a:t>
            </a:r>
            <a:r>
              <a:rPr dirty="0" sz="950">
                <a:solidFill>
                  <a:srgbClr val="131318"/>
                </a:solidFill>
                <a:latin typeface="Arial"/>
                <a:cs typeface="Arial"/>
              </a:rPr>
              <a:t>3;</a:t>
            </a:r>
            <a:r>
              <a:rPr dirty="0" sz="950" spc="-15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31318"/>
                </a:solidFill>
                <a:latin typeface="Arial"/>
                <a:cs typeface="Arial"/>
              </a:rPr>
              <a:t>not</a:t>
            </a:r>
            <a:r>
              <a:rPr dirty="0" sz="950" spc="-5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31318"/>
                </a:solidFill>
                <a:latin typeface="Arial"/>
                <a:cs typeface="Arial"/>
              </a:rPr>
              <a:t>implemented</a:t>
            </a:r>
            <a:r>
              <a:rPr dirty="0" sz="950" spc="-5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950" spc="-20">
                <a:solidFill>
                  <a:srgbClr val="131318"/>
                </a:solidFill>
                <a:latin typeface="Arial"/>
                <a:cs typeface="Arial"/>
              </a:rPr>
              <a:t>yet.</a:t>
            </a:r>
            <a:endParaRPr sz="950">
              <a:latin typeface="Arial"/>
              <a:cs typeface="Arial"/>
            </a:endParaRPr>
          </a:p>
          <a:p>
            <a:pPr marL="127635" marR="269875" indent="-115570">
              <a:lnSpc>
                <a:spcPct val="104900"/>
              </a:lnSpc>
              <a:spcBef>
                <a:spcPts val="425"/>
              </a:spcBef>
              <a:buClr>
                <a:srgbClr val="0B4CB2"/>
              </a:buClr>
              <a:buSzPct val="73684"/>
              <a:buFont typeface="Arial"/>
              <a:buChar char="•"/>
              <a:tabLst>
                <a:tab pos="127635" algn="l"/>
              </a:tabLst>
            </a:pPr>
            <a:r>
              <a:rPr dirty="0" sz="950" b="1">
                <a:solidFill>
                  <a:srgbClr val="131318"/>
                </a:solidFill>
                <a:latin typeface="Arial"/>
                <a:cs typeface="Arial"/>
              </a:rPr>
              <a:t>Network</a:t>
            </a:r>
            <a:r>
              <a:rPr dirty="0" sz="950" spc="-25" b="1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950" b="1">
                <a:solidFill>
                  <a:srgbClr val="131318"/>
                </a:solidFill>
                <a:latin typeface="Arial"/>
                <a:cs typeface="Arial"/>
              </a:rPr>
              <a:t>target:</a:t>
            </a:r>
            <a:r>
              <a:rPr dirty="0" sz="950" spc="40" b="1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31318"/>
                </a:solidFill>
                <a:latin typeface="Arial"/>
                <a:cs typeface="Arial"/>
              </a:rPr>
              <a:t>local</a:t>
            </a:r>
            <a:r>
              <a:rPr dirty="0" sz="950" spc="-20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31318"/>
                </a:solidFill>
                <a:latin typeface="Arial"/>
                <a:cs typeface="Arial"/>
              </a:rPr>
              <a:t>Hardhat</a:t>
            </a:r>
            <a:r>
              <a:rPr dirty="0" sz="950" spc="-20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31318"/>
                </a:solidFill>
                <a:latin typeface="Arial"/>
                <a:cs typeface="Arial"/>
              </a:rPr>
              <a:t>chain</a:t>
            </a:r>
            <a:r>
              <a:rPr dirty="0" sz="950" spc="-25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31318"/>
                </a:solidFill>
                <a:latin typeface="Arial"/>
                <a:cs typeface="Arial"/>
              </a:rPr>
              <a:t>for</a:t>
            </a:r>
            <a:r>
              <a:rPr dirty="0" sz="950" spc="-20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31318"/>
                </a:solidFill>
                <a:latin typeface="Arial"/>
                <a:cs typeface="Arial"/>
              </a:rPr>
              <a:t>the</a:t>
            </a:r>
            <a:r>
              <a:rPr dirty="0" sz="950" spc="-20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31318"/>
                </a:solidFill>
                <a:latin typeface="Arial"/>
                <a:cs typeface="Arial"/>
              </a:rPr>
              <a:t>current</a:t>
            </a:r>
            <a:r>
              <a:rPr dirty="0" sz="950" spc="-25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31318"/>
                </a:solidFill>
                <a:latin typeface="Arial"/>
                <a:cs typeface="Arial"/>
              </a:rPr>
              <a:t>demo;</a:t>
            </a:r>
            <a:r>
              <a:rPr dirty="0" sz="950" spc="-20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950" spc="-10">
                <a:solidFill>
                  <a:srgbClr val="131318"/>
                </a:solidFill>
                <a:latin typeface="Arial"/>
                <a:cs typeface="Arial"/>
              </a:rPr>
              <a:t>Polygon </a:t>
            </a:r>
            <a:r>
              <a:rPr dirty="0" sz="950">
                <a:solidFill>
                  <a:srgbClr val="131318"/>
                </a:solidFill>
                <a:latin typeface="Arial"/>
                <a:cs typeface="Arial"/>
              </a:rPr>
              <a:t>Amoy</a:t>
            </a:r>
            <a:r>
              <a:rPr dirty="0" sz="950" spc="-20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31318"/>
                </a:solidFill>
                <a:latin typeface="Arial"/>
                <a:cs typeface="Arial"/>
              </a:rPr>
              <a:t>is</a:t>
            </a:r>
            <a:r>
              <a:rPr dirty="0" sz="950" spc="-15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31318"/>
                </a:solidFill>
                <a:latin typeface="Arial"/>
                <a:cs typeface="Arial"/>
              </a:rPr>
              <a:t>the</a:t>
            </a:r>
            <a:r>
              <a:rPr dirty="0" sz="950" spc="-15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31318"/>
                </a:solidFill>
                <a:latin typeface="Arial"/>
                <a:cs typeface="Arial"/>
              </a:rPr>
              <a:t>stated</a:t>
            </a:r>
            <a:r>
              <a:rPr dirty="0" sz="950" spc="-15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31318"/>
                </a:solidFill>
                <a:latin typeface="Arial"/>
                <a:cs typeface="Arial"/>
              </a:rPr>
              <a:t>target,</a:t>
            </a:r>
            <a:r>
              <a:rPr dirty="0" sz="950" spc="-15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31318"/>
                </a:solidFill>
                <a:latin typeface="Arial"/>
                <a:cs typeface="Arial"/>
              </a:rPr>
              <a:t>not</a:t>
            </a:r>
            <a:r>
              <a:rPr dirty="0" sz="950" spc="-15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31318"/>
                </a:solidFill>
                <a:latin typeface="Arial"/>
                <a:cs typeface="Arial"/>
              </a:rPr>
              <a:t>a</a:t>
            </a:r>
            <a:r>
              <a:rPr dirty="0" sz="950" spc="-15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31318"/>
                </a:solidFill>
                <a:latin typeface="Arial"/>
                <a:cs typeface="Arial"/>
              </a:rPr>
              <a:t>claim</a:t>
            </a:r>
            <a:r>
              <a:rPr dirty="0" sz="950" spc="-15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31318"/>
                </a:solidFill>
                <a:latin typeface="Arial"/>
                <a:cs typeface="Arial"/>
              </a:rPr>
              <a:t>of</a:t>
            </a:r>
            <a:r>
              <a:rPr dirty="0" sz="950" spc="-15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31318"/>
                </a:solidFill>
                <a:latin typeface="Arial"/>
                <a:cs typeface="Arial"/>
              </a:rPr>
              <a:t>current</a:t>
            </a:r>
            <a:r>
              <a:rPr dirty="0" sz="950" spc="-15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31318"/>
                </a:solidFill>
                <a:latin typeface="Arial"/>
                <a:cs typeface="Arial"/>
              </a:rPr>
              <a:t>public</a:t>
            </a:r>
            <a:r>
              <a:rPr dirty="0" sz="950" spc="-15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950" spc="-10">
                <a:solidFill>
                  <a:srgbClr val="131318"/>
                </a:solidFill>
                <a:latin typeface="Arial"/>
                <a:cs typeface="Arial"/>
              </a:rPr>
              <a:t>deployment.</a:t>
            </a:r>
            <a:endParaRPr sz="95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6639" y="2267148"/>
            <a:ext cx="473075" cy="5473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>
              <a:lnSpc>
                <a:spcPct val="151300"/>
              </a:lnSpc>
              <a:spcBef>
                <a:spcPts val="90"/>
              </a:spcBef>
            </a:pPr>
            <a:r>
              <a:rPr dirty="0" sz="550" spc="-10">
                <a:solidFill>
                  <a:srgbClr val="585B66"/>
                </a:solidFill>
                <a:latin typeface="Arial"/>
                <a:cs typeface="Arial"/>
                <a:hlinkClick r:id="rId12" action="ppaction://hlinksldjump"/>
              </a:rPr>
              <a:t>Result</a:t>
            </a:r>
            <a:r>
              <a:rPr dirty="0" sz="550" spc="500">
                <a:solidFill>
                  <a:srgbClr val="585B66"/>
                </a:solidFill>
                <a:latin typeface="Arial"/>
                <a:cs typeface="Arial"/>
              </a:rPr>
              <a:t> </a:t>
            </a:r>
            <a:r>
              <a:rPr dirty="0" sz="550" spc="-10">
                <a:solidFill>
                  <a:srgbClr val="585B66"/>
                </a:solidFill>
                <a:latin typeface="Arial"/>
                <a:cs typeface="Arial"/>
                <a:hlinkClick r:id="rId13" action="ppaction://hlinksldjump"/>
              </a:rPr>
              <a:t>Conclusion</a:t>
            </a:r>
            <a:r>
              <a:rPr dirty="0" sz="550" spc="500">
                <a:solidFill>
                  <a:srgbClr val="585B66"/>
                </a:solidFill>
                <a:latin typeface="Arial"/>
                <a:cs typeface="Arial"/>
              </a:rPr>
              <a:t> </a:t>
            </a:r>
            <a:r>
              <a:rPr dirty="0" sz="550">
                <a:solidFill>
                  <a:srgbClr val="585B66"/>
                </a:solidFill>
                <a:latin typeface="Arial"/>
                <a:cs typeface="Arial"/>
                <a:hlinkClick r:id="rId14" action="ppaction://hlinksldjump"/>
              </a:rPr>
              <a:t>Future</a:t>
            </a:r>
            <a:r>
              <a:rPr dirty="0" sz="550" spc="120">
                <a:solidFill>
                  <a:srgbClr val="585B66"/>
                </a:solidFill>
                <a:latin typeface="Arial"/>
                <a:cs typeface="Arial"/>
                <a:hlinkClick r:id="rId14" action="ppaction://hlinksldjump"/>
              </a:rPr>
              <a:t> </a:t>
            </a:r>
            <a:r>
              <a:rPr dirty="0" sz="550" spc="-10">
                <a:solidFill>
                  <a:srgbClr val="585B66"/>
                </a:solidFill>
                <a:latin typeface="Arial"/>
                <a:cs typeface="Arial"/>
                <a:hlinkClick r:id="rId14" action="ppaction://hlinksldjump"/>
              </a:rPr>
              <a:t>Scope</a:t>
            </a:r>
            <a:endParaRPr sz="5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50"/>
              </a:spcBef>
            </a:pPr>
            <a:r>
              <a:rPr dirty="0" sz="550" spc="-10">
                <a:solidFill>
                  <a:srgbClr val="585B66"/>
                </a:solidFill>
                <a:latin typeface="Arial"/>
                <a:cs typeface="Arial"/>
                <a:hlinkClick r:id="rId15" action="ppaction://hlinksldjump"/>
              </a:rPr>
              <a:t>References</a:t>
            </a:r>
            <a:endParaRPr sz="550">
              <a:latin typeface="Arial"/>
              <a:cs typeface="Arial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pc="-10"/>
              <a:t>Result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5256733" y="217041"/>
            <a:ext cx="264160" cy="126364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650">
                <a:solidFill>
                  <a:srgbClr val="787D86"/>
                </a:solidFill>
                <a:latin typeface="Arial"/>
                <a:cs typeface="Arial"/>
              </a:rPr>
              <a:t>16</a:t>
            </a:r>
            <a:r>
              <a:rPr dirty="0" sz="650" spc="-65">
                <a:solidFill>
                  <a:srgbClr val="787D86"/>
                </a:solidFill>
                <a:latin typeface="Arial"/>
                <a:cs typeface="Arial"/>
              </a:rPr>
              <a:t> </a:t>
            </a:r>
            <a:r>
              <a:rPr dirty="0" sz="650">
                <a:solidFill>
                  <a:srgbClr val="787D86"/>
                </a:solidFill>
                <a:latin typeface="Arial"/>
                <a:cs typeface="Arial"/>
              </a:rPr>
              <a:t>/</a:t>
            </a:r>
            <a:r>
              <a:rPr dirty="0" sz="650" spc="-65">
                <a:solidFill>
                  <a:srgbClr val="787D86"/>
                </a:solidFill>
                <a:latin typeface="Arial"/>
                <a:cs typeface="Arial"/>
              </a:rPr>
              <a:t> </a:t>
            </a:r>
            <a:r>
              <a:rPr dirty="0" sz="650" spc="-25">
                <a:solidFill>
                  <a:srgbClr val="787D86"/>
                </a:solidFill>
                <a:latin typeface="Arial"/>
                <a:cs typeface="Arial"/>
              </a:rPr>
              <a:t>24</a:t>
            </a:r>
            <a:endParaRPr sz="650">
              <a:latin typeface="Arial"/>
              <a:cs typeface="Arial"/>
            </a:endParaRPr>
          </a:p>
        </p:txBody>
      </p:sp>
      <p:grpSp>
        <p:nvGrpSpPr>
          <p:cNvPr id="2" name="object 2"/>
          <p:cNvGrpSpPr/>
          <p:nvPr/>
        </p:nvGrpSpPr>
        <p:grpSpPr>
          <a:xfrm>
            <a:off x="0" y="2309279"/>
            <a:ext cx="1146175" cy="112395"/>
            <a:chOff x="0" y="2309279"/>
            <a:chExt cx="1146175" cy="112395"/>
          </a:xfrm>
        </p:grpSpPr>
        <p:sp>
          <p:nvSpPr>
            <p:cNvPr id="3" name="object 3"/>
            <p:cNvSpPr/>
            <p:nvPr/>
          </p:nvSpPr>
          <p:spPr>
            <a:xfrm>
              <a:off x="0" y="2309279"/>
              <a:ext cx="20320" cy="112395"/>
            </a:xfrm>
            <a:custGeom>
              <a:avLst/>
              <a:gdLst/>
              <a:ahLst/>
              <a:cxnLst/>
              <a:rect l="l" t="t" r="r" b="b"/>
              <a:pathLst>
                <a:path w="20320" h="112394">
                  <a:moveTo>
                    <a:pt x="20243" y="0"/>
                  </a:moveTo>
                  <a:lnTo>
                    <a:pt x="0" y="0"/>
                  </a:lnTo>
                  <a:lnTo>
                    <a:pt x="0" y="112153"/>
                  </a:lnTo>
                  <a:lnTo>
                    <a:pt x="20243" y="112153"/>
                  </a:lnTo>
                  <a:lnTo>
                    <a:pt x="20243" y="0"/>
                  </a:lnTo>
                  <a:close/>
                </a:path>
              </a:pathLst>
            </a:custGeom>
            <a:solidFill>
              <a:srgbClr val="0B4CB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20243" y="2309279"/>
              <a:ext cx="1125855" cy="112395"/>
            </a:xfrm>
            <a:custGeom>
              <a:avLst/>
              <a:gdLst/>
              <a:ahLst/>
              <a:cxnLst/>
              <a:rect l="l" t="t" r="r" b="b"/>
              <a:pathLst>
                <a:path w="1125855" h="112394">
                  <a:moveTo>
                    <a:pt x="1125423" y="0"/>
                  </a:moveTo>
                  <a:lnTo>
                    <a:pt x="0" y="0"/>
                  </a:lnTo>
                  <a:lnTo>
                    <a:pt x="0" y="112153"/>
                  </a:lnTo>
                  <a:lnTo>
                    <a:pt x="1125423" y="112153"/>
                  </a:lnTo>
                  <a:lnTo>
                    <a:pt x="1125423" y="0"/>
                  </a:lnTo>
                  <a:close/>
                </a:path>
              </a:pathLst>
            </a:custGeom>
            <a:solidFill>
              <a:srgbClr val="DCE5F7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/>
          <p:cNvSpPr txBox="1"/>
          <p:nvPr/>
        </p:nvSpPr>
        <p:spPr>
          <a:xfrm>
            <a:off x="20243" y="906851"/>
            <a:ext cx="1125855" cy="19075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8575" marR="452120">
              <a:lnSpc>
                <a:spcPct val="150500"/>
              </a:lnSpc>
              <a:spcBef>
                <a:spcPts val="95"/>
              </a:spcBef>
            </a:pPr>
            <a:r>
              <a:rPr dirty="0" sz="550" spc="-10">
                <a:solidFill>
                  <a:srgbClr val="585B66"/>
                </a:solidFill>
                <a:latin typeface="Arial"/>
                <a:cs typeface="Arial"/>
                <a:hlinkClick r:id="rId2" action="ppaction://hlinksldjump"/>
              </a:rPr>
              <a:t>Introduction</a:t>
            </a:r>
            <a:r>
              <a:rPr dirty="0" sz="550" spc="500">
                <a:solidFill>
                  <a:srgbClr val="585B66"/>
                </a:solidFill>
                <a:latin typeface="Arial"/>
                <a:cs typeface="Arial"/>
              </a:rPr>
              <a:t> </a:t>
            </a:r>
            <a:r>
              <a:rPr dirty="0" sz="550">
                <a:solidFill>
                  <a:srgbClr val="585B66"/>
                </a:solidFill>
                <a:latin typeface="Arial"/>
                <a:cs typeface="Arial"/>
                <a:hlinkClick r:id="rId3" action="ppaction://hlinksldjump"/>
              </a:rPr>
              <a:t>Problem</a:t>
            </a:r>
            <a:r>
              <a:rPr dirty="0" sz="550" spc="125">
                <a:solidFill>
                  <a:srgbClr val="585B66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dirty="0" sz="550" spc="-10">
                <a:solidFill>
                  <a:srgbClr val="585B66"/>
                </a:solidFill>
                <a:latin typeface="Arial"/>
                <a:cs typeface="Arial"/>
                <a:hlinkClick r:id="rId3" action="ppaction://hlinksldjump"/>
              </a:rPr>
              <a:t>Statement</a:t>
            </a:r>
            <a:r>
              <a:rPr dirty="0" sz="550" spc="500">
                <a:solidFill>
                  <a:srgbClr val="585B66"/>
                </a:solidFill>
                <a:latin typeface="Arial"/>
                <a:cs typeface="Arial"/>
              </a:rPr>
              <a:t> </a:t>
            </a:r>
            <a:r>
              <a:rPr dirty="0" sz="550" spc="10">
                <a:solidFill>
                  <a:srgbClr val="585B66"/>
                </a:solidFill>
                <a:latin typeface="Arial"/>
                <a:cs typeface="Arial"/>
                <a:hlinkClick r:id="rId4" action="ppaction://hlinksldjump"/>
              </a:rPr>
              <a:t>Literature</a:t>
            </a:r>
            <a:r>
              <a:rPr dirty="0" sz="550" spc="70">
                <a:solidFill>
                  <a:srgbClr val="585B66"/>
                </a:solidFill>
                <a:latin typeface="Arial"/>
                <a:cs typeface="Arial"/>
                <a:hlinkClick r:id="rId4" action="ppaction://hlinksldjump"/>
              </a:rPr>
              <a:t> </a:t>
            </a:r>
            <a:r>
              <a:rPr dirty="0" sz="550" spc="-10">
                <a:solidFill>
                  <a:srgbClr val="585B66"/>
                </a:solidFill>
                <a:latin typeface="Arial"/>
                <a:cs typeface="Arial"/>
                <a:hlinkClick r:id="rId4" action="ppaction://hlinksldjump"/>
              </a:rPr>
              <a:t>Review</a:t>
            </a:r>
            <a:r>
              <a:rPr dirty="0" sz="550" spc="500">
                <a:solidFill>
                  <a:srgbClr val="585B66"/>
                </a:solidFill>
                <a:latin typeface="Arial"/>
                <a:cs typeface="Arial"/>
              </a:rPr>
              <a:t> </a:t>
            </a:r>
            <a:r>
              <a:rPr dirty="0" sz="550" spc="10">
                <a:solidFill>
                  <a:srgbClr val="585B66"/>
                </a:solidFill>
                <a:latin typeface="Arial"/>
                <a:cs typeface="Arial"/>
                <a:hlinkClick r:id="rId5" action="ppaction://hlinksldjump"/>
              </a:rPr>
              <a:t>Proposed</a:t>
            </a:r>
            <a:r>
              <a:rPr dirty="0" sz="550" spc="114">
                <a:solidFill>
                  <a:srgbClr val="585B66"/>
                </a:solidFill>
                <a:latin typeface="Arial"/>
                <a:cs typeface="Arial"/>
                <a:hlinkClick r:id="rId5" action="ppaction://hlinksldjump"/>
              </a:rPr>
              <a:t> </a:t>
            </a:r>
            <a:r>
              <a:rPr dirty="0" sz="550" spc="-10">
                <a:solidFill>
                  <a:srgbClr val="585B66"/>
                </a:solidFill>
                <a:latin typeface="Arial"/>
                <a:cs typeface="Arial"/>
                <a:hlinkClick r:id="rId5" action="ppaction://hlinksldjump"/>
              </a:rPr>
              <a:t>Solution</a:t>
            </a:r>
            <a:endParaRPr sz="550">
              <a:latin typeface="Arial"/>
              <a:cs typeface="Arial"/>
            </a:endParaRPr>
          </a:p>
          <a:p>
            <a:pPr marL="28575" marR="421640">
              <a:lnSpc>
                <a:spcPct val="166600"/>
              </a:lnSpc>
              <a:spcBef>
                <a:spcPts val="10"/>
              </a:spcBef>
            </a:pPr>
            <a:r>
              <a:rPr dirty="0" sz="550">
                <a:solidFill>
                  <a:srgbClr val="585B66"/>
                </a:solidFill>
                <a:latin typeface="Arial"/>
                <a:cs typeface="Arial"/>
                <a:hlinkClick r:id="rId6" action="ppaction://hlinksldjump"/>
              </a:rPr>
              <a:t>System</a:t>
            </a:r>
            <a:r>
              <a:rPr dirty="0" sz="550" spc="135">
                <a:solidFill>
                  <a:srgbClr val="585B66"/>
                </a:solidFill>
                <a:latin typeface="Arial"/>
                <a:cs typeface="Arial"/>
                <a:hlinkClick r:id="rId6" action="ppaction://hlinksldjump"/>
              </a:rPr>
              <a:t> </a:t>
            </a:r>
            <a:r>
              <a:rPr dirty="0" sz="550" spc="-10">
                <a:solidFill>
                  <a:srgbClr val="585B66"/>
                </a:solidFill>
                <a:latin typeface="Arial"/>
                <a:cs typeface="Arial"/>
                <a:hlinkClick r:id="rId6" action="ppaction://hlinksldjump"/>
              </a:rPr>
              <a:t>Architecture</a:t>
            </a:r>
            <a:r>
              <a:rPr dirty="0" sz="550" spc="500">
                <a:solidFill>
                  <a:srgbClr val="585B66"/>
                </a:solidFill>
                <a:latin typeface="Arial"/>
                <a:cs typeface="Arial"/>
              </a:rPr>
              <a:t> </a:t>
            </a:r>
            <a:r>
              <a:rPr dirty="0" sz="550" spc="-10">
                <a:solidFill>
                  <a:srgbClr val="585B66"/>
                </a:solidFill>
                <a:latin typeface="Arial"/>
                <a:cs typeface="Arial"/>
                <a:hlinkClick r:id="rId7" action="ppaction://hlinksldjump"/>
              </a:rPr>
              <a:t>Methodology</a:t>
            </a:r>
            <a:endParaRPr sz="550">
              <a:latin typeface="Arial"/>
              <a:cs typeface="Arial"/>
            </a:endParaRPr>
          </a:p>
          <a:p>
            <a:pPr marL="28575">
              <a:lnSpc>
                <a:spcPct val="100000"/>
              </a:lnSpc>
              <a:spcBef>
                <a:spcPts val="450"/>
              </a:spcBef>
            </a:pPr>
            <a:r>
              <a:rPr dirty="0" sz="550" spc="10">
                <a:solidFill>
                  <a:srgbClr val="585B66"/>
                </a:solidFill>
                <a:latin typeface="Arial"/>
                <a:cs typeface="Arial"/>
                <a:hlinkClick r:id="rId8" action="ppaction://hlinksldjump"/>
              </a:rPr>
              <a:t>Functional</a:t>
            </a:r>
            <a:r>
              <a:rPr dirty="0" sz="550" spc="85">
                <a:solidFill>
                  <a:srgbClr val="585B66"/>
                </a:solidFill>
                <a:latin typeface="Arial"/>
                <a:cs typeface="Arial"/>
                <a:hlinkClick r:id="rId8" action="ppaction://hlinksldjump"/>
              </a:rPr>
              <a:t> </a:t>
            </a:r>
            <a:r>
              <a:rPr dirty="0" sz="550" spc="-10">
                <a:solidFill>
                  <a:srgbClr val="585B66"/>
                </a:solidFill>
                <a:latin typeface="Arial"/>
                <a:cs typeface="Arial"/>
                <a:hlinkClick r:id="rId8" action="ppaction://hlinksldjump"/>
              </a:rPr>
              <a:t>Requirements</a:t>
            </a:r>
            <a:endParaRPr sz="550">
              <a:latin typeface="Arial"/>
              <a:cs typeface="Arial"/>
            </a:endParaRPr>
          </a:p>
          <a:p>
            <a:pPr marL="28575" marR="98425">
              <a:lnSpc>
                <a:spcPct val="166600"/>
              </a:lnSpc>
            </a:pPr>
            <a:r>
              <a:rPr dirty="0" sz="550" spc="10">
                <a:solidFill>
                  <a:srgbClr val="585B66"/>
                </a:solidFill>
                <a:latin typeface="Arial"/>
                <a:cs typeface="Arial"/>
                <a:hlinkClick r:id="rId9" action="ppaction://hlinksldjump"/>
              </a:rPr>
              <a:t>Non-Functional</a:t>
            </a:r>
            <a:r>
              <a:rPr dirty="0" sz="550" spc="125">
                <a:solidFill>
                  <a:srgbClr val="585B66"/>
                </a:solidFill>
                <a:latin typeface="Arial"/>
                <a:cs typeface="Arial"/>
                <a:hlinkClick r:id="rId9" action="ppaction://hlinksldjump"/>
              </a:rPr>
              <a:t> </a:t>
            </a:r>
            <a:r>
              <a:rPr dirty="0" sz="550" spc="-10">
                <a:solidFill>
                  <a:srgbClr val="585B66"/>
                </a:solidFill>
                <a:latin typeface="Arial"/>
                <a:cs typeface="Arial"/>
                <a:hlinkClick r:id="rId9" action="ppaction://hlinksldjump"/>
              </a:rPr>
              <a:t>Requirements</a:t>
            </a:r>
            <a:r>
              <a:rPr dirty="0" sz="550" spc="500">
                <a:solidFill>
                  <a:srgbClr val="585B66"/>
                </a:solidFill>
                <a:latin typeface="Arial"/>
                <a:cs typeface="Arial"/>
              </a:rPr>
              <a:t> </a:t>
            </a:r>
            <a:r>
              <a:rPr dirty="0" sz="550">
                <a:solidFill>
                  <a:srgbClr val="585B66"/>
                </a:solidFill>
                <a:latin typeface="Arial"/>
                <a:cs typeface="Arial"/>
                <a:hlinkClick r:id="rId10" action="ppaction://hlinksldjump"/>
              </a:rPr>
              <a:t>Hardware</a:t>
            </a:r>
            <a:r>
              <a:rPr dirty="0" sz="550" spc="150">
                <a:solidFill>
                  <a:srgbClr val="585B66"/>
                </a:solidFill>
                <a:latin typeface="Arial"/>
                <a:cs typeface="Arial"/>
                <a:hlinkClick r:id="rId10" action="ppaction://hlinksldjump"/>
              </a:rPr>
              <a:t> </a:t>
            </a:r>
            <a:r>
              <a:rPr dirty="0" sz="550" spc="-10">
                <a:solidFill>
                  <a:srgbClr val="585B66"/>
                </a:solidFill>
                <a:latin typeface="Arial"/>
                <a:cs typeface="Arial"/>
                <a:hlinkClick r:id="rId10" action="ppaction://hlinksldjump"/>
              </a:rPr>
              <a:t>Requirements</a:t>
            </a:r>
            <a:endParaRPr sz="550">
              <a:latin typeface="Arial"/>
              <a:cs typeface="Arial"/>
            </a:endParaRPr>
          </a:p>
          <a:p>
            <a:pPr marL="28575" marR="311150">
              <a:lnSpc>
                <a:spcPct val="166600"/>
              </a:lnSpc>
              <a:spcBef>
                <a:spcPts val="10"/>
              </a:spcBef>
            </a:pPr>
            <a:r>
              <a:rPr dirty="0" sz="550">
                <a:solidFill>
                  <a:srgbClr val="585B66"/>
                </a:solidFill>
                <a:latin typeface="Arial"/>
                <a:cs typeface="Arial"/>
                <a:hlinkClick r:id="rId11" action="ppaction://hlinksldjump"/>
              </a:rPr>
              <a:t>Software</a:t>
            </a:r>
            <a:r>
              <a:rPr dirty="0" sz="550" spc="150">
                <a:solidFill>
                  <a:srgbClr val="585B66"/>
                </a:solidFill>
                <a:latin typeface="Arial"/>
                <a:cs typeface="Arial"/>
                <a:hlinkClick r:id="rId11" action="ppaction://hlinksldjump"/>
              </a:rPr>
              <a:t> </a:t>
            </a:r>
            <a:r>
              <a:rPr dirty="0" sz="550" spc="-10">
                <a:solidFill>
                  <a:srgbClr val="585B66"/>
                </a:solidFill>
                <a:latin typeface="Arial"/>
                <a:cs typeface="Arial"/>
                <a:hlinkClick r:id="rId11" action="ppaction://hlinksldjump"/>
              </a:rPr>
              <a:t>Requirements</a:t>
            </a:r>
            <a:r>
              <a:rPr dirty="0" sz="550" spc="500">
                <a:solidFill>
                  <a:srgbClr val="585B66"/>
                </a:solidFill>
                <a:latin typeface="Arial"/>
                <a:cs typeface="Arial"/>
              </a:rPr>
              <a:t> </a:t>
            </a:r>
            <a:r>
              <a:rPr dirty="0" sz="550" spc="-10">
                <a:solidFill>
                  <a:srgbClr val="0B4CB2"/>
                </a:solidFill>
                <a:latin typeface="Arial"/>
                <a:cs typeface="Arial"/>
                <a:hlinkClick r:id="rId12" action="ppaction://hlinksldjump"/>
              </a:rPr>
              <a:t>Result</a:t>
            </a:r>
            <a:endParaRPr sz="550">
              <a:latin typeface="Arial"/>
              <a:cs typeface="Arial"/>
            </a:endParaRPr>
          </a:p>
          <a:p>
            <a:pPr marL="28575" marR="640715">
              <a:lnSpc>
                <a:spcPts val="1000"/>
              </a:lnSpc>
              <a:spcBef>
                <a:spcPts val="90"/>
              </a:spcBef>
            </a:pPr>
            <a:r>
              <a:rPr dirty="0" sz="550" spc="-10">
                <a:solidFill>
                  <a:srgbClr val="585B66"/>
                </a:solidFill>
                <a:latin typeface="Arial"/>
                <a:cs typeface="Arial"/>
                <a:hlinkClick r:id="rId13" action="ppaction://hlinksldjump"/>
              </a:rPr>
              <a:t>Conclusion</a:t>
            </a:r>
            <a:r>
              <a:rPr dirty="0" sz="550" spc="500">
                <a:solidFill>
                  <a:srgbClr val="585B66"/>
                </a:solidFill>
                <a:latin typeface="Arial"/>
                <a:cs typeface="Arial"/>
              </a:rPr>
              <a:t> </a:t>
            </a:r>
            <a:r>
              <a:rPr dirty="0" sz="550">
                <a:solidFill>
                  <a:srgbClr val="585B66"/>
                </a:solidFill>
                <a:latin typeface="Arial"/>
                <a:cs typeface="Arial"/>
                <a:hlinkClick r:id="rId14" action="ppaction://hlinksldjump"/>
              </a:rPr>
              <a:t>Future</a:t>
            </a:r>
            <a:r>
              <a:rPr dirty="0" sz="550" spc="120">
                <a:solidFill>
                  <a:srgbClr val="585B66"/>
                </a:solidFill>
                <a:latin typeface="Arial"/>
                <a:cs typeface="Arial"/>
                <a:hlinkClick r:id="rId14" action="ppaction://hlinksldjump"/>
              </a:rPr>
              <a:t> </a:t>
            </a:r>
            <a:r>
              <a:rPr dirty="0" sz="550" spc="-10">
                <a:solidFill>
                  <a:srgbClr val="585B66"/>
                </a:solidFill>
                <a:latin typeface="Arial"/>
                <a:cs typeface="Arial"/>
                <a:hlinkClick r:id="rId14" action="ppaction://hlinksldjump"/>
              </a:rPr>
              <a:t>Scope</a:t>
            </a:r>
            <a:endParaRPr sz="550">
              <a:latin typeface="Arial"/>
              <a:cs typeface="Arial"/>
            </a:endParaRPr>
          </a:p>
          <a:p>
            <a:pPr marL="28575">
              <a:lnSpc>
                <a:spcPct val="100000"/>
              </a:lnSpc>
              <a:spcBef>
                <a:spcPts val="365"/>
              </a:spcBef>
            </a:pPr>
            <a:r>
              <a:rPr dirty="0" sz="550" spc="-10">
                <a:solidFill>
                  <a:srgbClr val="585B66"/>
                </a:solidFill>
                <a:latin typeface="Arial"/>
                <a:cs typeface="Arial"/>
                <a:hlinkClick r:id="rId15" action="ppaction://hlinksldjump"/>
              </a:rPr>
              <a:t>References</a:t>
            </a:r>
            <a:endParaRPr sz="550">
              <a:latin typeface="Arial"/>
              <a:cs typeface="Arial"/>
            </a:endParaRPr>
          </a:p>
        </p:txBody>
      </p:sp>
      <p:pic>
        <p:nvPicPr>
          <p:cNvPr id="8" name="object 8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1422031" y="893596"/>
            <a:ext cx="4085945" cy="1853997"/>
          </a:xfrm>
          <a:prstGeom prst="rect">
            <a:avLst/>
          </a:prstGeom>
        </p:spPr>
      </p:pic>
    </p:spTree>
  </p:cSld>
  <p:clrMapOvr>
    <a:masterClrMapping/>
  </p:clrMapOvr>
  <p:transition spd="fast">
    <p:cut thruBlk="0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pc="-10"/>
              <a:t>Result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5256733" y="217041"/>
            <a:ext cx="264160" cy="126364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650">
                <a:solidFill>
                  <a:srgbClr val="787D86"/>
                </a:solidFill>
                <a:latin typeface="Arial"/>
                <a:cs typeface="Arial"/>
              </a:rPr>
              <a:t>17</a:t>
            </a:r>
            <a:r>
              <a:rPr dirty="0" sz="650" spc="-65">
                <a:solidFill>
                  <a:srgbClr val="787D86"/>
                </a:solidFill>
                <a:latin typeface="Arial"/>
                <a:cs typeface="Arial"/>
              </a:rPr>
              <a:t> </a:t>
            </a:r>
            <a:r>
              <a:rPr dirty="0" sz="650">
                <a:solidFill>
                  <a:srgbClr val="787D86"/>
                </a:solidFill>
                <a:latin typeface="Arial"/>
                <a:cs typeface="Arial"/>
              </a:rPr>
              <a:t>/</a:t>
            </a:r>
            <a:r>
              <a:rPr dirty="0" sz="650" spc="-65">
                <a:solidFill>
                  <a:srgbClr val="787D86"/>
                </a:solidFill>
                <a:latin typeface="Arial"/>
                <a:cs typeface="Arial"/>
              </a:rPr>
              <a:t> </a:t>
            </a:r>
            <a:r>
              <a:rPr dirty="0" sz="650" spc="-25">
                <a:solidFill>
                  <a:srgbClr val="787D86"/>
                </a:solidFill>
                <a:latin typeface="Arial"/>
                <a:cs typeface="Arial"/>
              </a:rPr>
              <a:t>24</a:t>
            </a:r>
            <a:endParaRPr sz="650">
              <a:latin typeface="Arial"/>
              <a:cs typeface="Arial"/>
            </a:endParaRPr>
          </a:p>
        </p:txBody>
      </p:sp>
      <p:grpSp>
        <p:nvGrpSpPr>
          <p:cNvPr id="2" name="object 2"/>
          <p:cNvGrpSpPr/>
          <p:nvPr/>
        </p:nvGrpSpPr>
        <p:grpSpPr>
          <a:xfrm>
            <a:off x="0" y="2309279"/>
            <a:ext cx="1146175" cy="112395"/>
            <a:chOff x="0" y="2309279"/>
            <a:chExt cx="1146175" cy="112395"/>
          </a:xfrm>
        </p:grpSpPr>
        <p:sp>
          <p:nvSpPr>
            <p:cNvPr id="3" name="object 3"/>
            <p:cNvSpPr/>
            <p:nvPr/>
          </p:nvSpPr>
          <p:spPr>
            <a:xfrm>
              <a:off x="0" y="2309279"/>
              <a:ext cx="20320" cy="112395"/>
            </a:xfrm>
            <a:custGeom>
              <a:avLst/>
              <a:gdLst/>
              <a:ahLst/>
              <a:cxnLst/>
              <a:rect l="l" t="t" r="r" b="b"/>
              <a:pathLst>
                <a:path w="20320" h="112394">
                  <a:moveTo>
                    <a:pt x="20243" y="0"/>
                  </a:moveTo>
                  <a:lnTo>
                    <a:pt x="0" y="0"/>
                  </a:lnTo>
                  <a:lnTo>
                    <a:pt x="0" y="112153"/>
                  </a:lnTo>
                  <a:lnTo>
                    <a:pt x="20243" y="112153"/>
                  </a:lnTo>
                  <a:lnTo>
                    <a:pt x="20243" y="0"/>
                  </a:lnTo>
                  <a:close/>
                </a:path>
              </a:pathLst>
            </a:custGeom>
            <a:solidFill>
              <a:srgbClr val="0B4CB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20243" y="2309279"/>
              <a:ext cx="1125855" cy="112395"/>
            </a:xfrm>
            <a:custGeom>
              <a:avLst/>
              <a:gdLst/>
              <a:ahLst/>
              <a:cxnLst/>
              <a:rect l="l" t="t" r="r" b="b"/>
              <a:pathLst>
                <a:path w="1125855" h="112394">
                  <a:moveTo>
                    <a:pt x="1125423" y="0"/>
                  </a:moveTo>
                  <a:lnTo>
                    <a:pt x="0" y="0"/>
                  </a:lnTo>
                  <a:lnTo>
                    <a:pt x="0" y="112153"/>
                  </a:lnTo>
                  <a:lnTo>
                    <a:pt x="1125423" y="112153"/>
                  </a:lnTo>
                  <a:lnTo>
                    <a:pt x="1125423" y="0"/>
                  </a:lnTo>
                  <a:close/>
                </a:path>
              </a:pathLst>
            </a:custGeom>
            <a:solidFill>
              <a:srgbClr val="DCE5F7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/>
          <p:cNvSpPr txBox="1"/>
          <p:nvPr/>
        </p:nvSpPr>
        <p:spPr>
          <a:xfrm>
            <a:off x="20243" y="906851"/>
            <a:ext cx="1125855" cy="19075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8575" marR="452120">
              <a:lnSpc>
                <a:spcPct val="150500"/>
              </a:lnSpc>
              <a:spcBef>
                <a:spcPts val="95"/>
              </a:spcBef>
            </a:pPr>
            <a:r>
              <a:rPr dirty="0" sz="550" spc="-10">
                <a:solidFill>
                  <a:srgbClr val="585B66"/>
                </a:solidFill>
                <a:latin typeface="Arial"/>
                <a:cs typeface="Arial"/>
                <a:hlinkClick r:id="rId2" action="ppaction://hlinksldjump"/>
              </a:rPr>
              <a:t>Introduction</a:t>
            </a:r>
            <a:r>
              <a:rPr dirty="0" sz="550" spc="500">
                <a:solidFill>
                  <a:srgbClr val="585B66"/>
                </a:solidFill>
                <a:latin typeface="Arial"/>
                <a:cs typeface="Arial"/>
              </a:rPr>
              <a:t> </a:t>
            </a:r>
            <a:r>
              <a:rPr dirty="0" sz="550">
                <a:solidFill>
                  <a:srgbClr val="585B66"/>
                </a:solidFill>
                <a:latin typeface="Arial"/>
                <a:cs typeface="Arial"/>
                <a:hlinkClick r:id="rId3" action="ppaction://hlinksldjump"/>
              </a:rPr>
              <a:t>Problem</a:t>
            </a:r>
            <a:r>
              <a:rPr dirty="0" sz="550" spc="125">
                <a:solidFill>
                  <a:srgbClr val="585B66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dirty="0" sz="550" spc="-10">
                <a:solidFill>
                  <a:srgbClr val="585B66"/>
                </a:solidFill>
                <a:latin typeface="Arial"/>
                <a:cs typeface="Arial"/>
                <a:hlinkClick r:id="rId3" action="ppaction://hlinksldjump"/>
              </a:rPr>
              <a:t>Statement</a:t>
            </a:r>
            <a:r>
              <a:rPr dirty="0" sz="550" spc="500">
                <a:solidFill>
                  <a:srgbClr val="585B66"/>
                </a:solidFill>
                <a:latin typeface="Arial"/>
                <a:cs typeface="Arial"/>
              </a:rPr>
              <a:t> </a:t>
            </a:r>
            <a:r>
              <a:rPr dirty="0" sz="550" spc="10">
                <a:solidFill>
                  <a:srgbClr val="585B66"/>
                </a:solidFill>
                <a:latin typeface="Arial"/>
                <a:cs typeface="Arial"/>
                <a:hlinkClick r:id="rId4" action="ppaction://hlinksldjump"/>
              </a:rPr>
              <a:t>Literature</a:t>
            </a:r>
            <a:r>
              <a:rPr dirty="0" sz="550" spc="70">
                <a:solidFill>
                  <a:srgbClr val="585B66"/>
                </a:solidFill>
                <a:latin typeface="Arial"/>
                <a:cs typeface="Arial"/>
                <a:hlinkClick r:id="rId4" action="ppaction://hlinksldjump"/>
              </a:rPr>
              <a:t> </a:t>
            </a:r>
            <a:r>
              <a:rPr dirty="0" sz="550" spc="-10">
                <a:solidFill>
                  <a:srgbClr val="585B66"/>
                </a:solidFill>
                <a:latin typeface="Arial"/>
                <a:cs typeface="Arial"/>
                <a:hlinkClick r:id="rId4" action="ppaction://hlinksldjump"/>
              </a:rPr>
              <a:t>Review</a:t>
            </a:r>
            <a:r>
              <a:rPr dirty="0" sz="550" spc="500">
                <a:solidFill>
                  <a:srgbClr val="585B66"/>
                </a:solidFill>
                <a:latin typeface="Arial"/>
                <a:cs typeface="Arial"/>
              </a:rPr>
              <a:t> </a:t>
            </a:r>
            <a:r>
              <a:rPr dirty="0" sz="550" spc="10">
                <a:solidFill>
                  <a:srgbClr val="585B66"/>
                </a:solidFill>
                <a:latin typeface="Arial"/>
                <a:cs typeface="Arial"/>
                <a:hlinkClick r:id="rId5" action="ppaction://hlinksldjump"/>
              </a:rPr>
              <a:t>Proposed</a:t>
            </a:r>
            <a:r>
              <a:rPr dirty="0" sz="550" spc="114">
                <a:solidFill>
                  <a:srgbClr val="585B66"/>
                </a:solidFill>
                <a:latin typeface="Arial"/>
                <a:cs typeface="Arial"/>
                <a:hlinkClick r:id="rId5" action="ppaction://hlinksldjump"/>
              </a:rPr>
              <a:t> </a:t>
            </a:r>
            <a:r>
              <a:rPr dirty="0" sz="550" spc="-10">
                <a:solidFill>
                  <a:srgbClr val="585B66"/>
                </a:solidFill>
                <a:latin typeface="Arial"/>
                <a:cs typeface="Arial"/>
                <a:hlinkClick r:id="rId5" action="ppaction://hlinksldjump"/>
              </a:rPr>
              <a:t>Solution</a:t>
            </a:r>
            <a:endParaRPr sz="550">
              <a:latin typeface="Arial"/>
              <a:cs typeface="Arial"/>
            </a:endParaRPr>
          </a:p>
          <a:p>
            <a:pPr marL="28575" marR="421640">
              <a:lnSpc>
                <a:spcPct val="166600"/>
              </a:lnSpc>
              <a:spcBef>
                <a:spcPts val="10"/>
              </a:spcBef>
            </a:pPr>
            <a:r>
              <a:rPr dirty="0" sz="550">
                <a:solidFill>
                  <a:srgbClr val="585B66"/>
                </a:solidFill>
                <a:latin typeface="Arial"/>
                <a:cs typeface="Arial"/>
                <a:hlinkClick r:id="rId6" action="ppaction://hlinksldjump"/>
              </a:rPr>
              <a:t>System</a:t>
            </a:r>
            <a:r>
              <a:rPr dirty="0" sz="550" spc="135">
                <a:solidFill>
                  <a:srgbClr val="585B66"/>
                </a:solidFill>
                <a:latin typeface="Arial"/>
                <a:cs typeface="Arial"/>
                <a:hlinkClick r:id="rId6" action="ppaction://hlinksldjump"/>
              </a:rPr>
              <a:t> </a:t>
            </a:r>
            <a:r>
              <a:rPr dirty="0" sz="550" spc="-10">
                <a:solidFill>
                  <a:srgbClr val="585B66"/>
                </a:solidFill>
                <a:latin typeface="Arial"/>
                <a:cs typeface="Arial"/>
                <a:hlinkClick r:id="rId6" action="ppaction://hlinksldjump"/>
              </a:rPr>
              <a:t>Architecture</a:t>
            </a:r>
            <a:r>
              <a:rPr dirty="0" sz="550" spc="500">
                <a:solidFill>
                  <a:srgbClr val="585B66"/>
                </a:solidFill>
                <a:latin typeface="Arial"/>
                <a:cs typeface="Arial"/>
              </a:rPr>
              <a:t> </a:t>
            </a:r>
            <a:r>
              <a:rPr dirty="0" sz="550" spc="-10">
                <a:solidFill>
                  <a:srgbClr val="585B66"/>
                </a:solidFill>
                <a:latin typeface="Arial"/>
                <a:cs typeface="Arial"/>
                <a:hlinkClick r:id="rId7" action="ppaction://hlinksldjump"/>
              </a:rPr>
              <a:t>Methodology</a:t>
            </a:r>
            <a:endParaRPr sz="550">
              <a:latin typeface="Arial"/>
              <a:cs typeface="Arial"/>
            </a:endParaRPr>
          </a:p>
          <a:p>
            <a:pPr marL="28575">
              <a:lnSpc>
                <a:spcPct val="100000"/>
              </a:lnSpc>
              <a:spcBef>
                <a:spcPts val="450"/>
              </a:spcBef>
            </a:pPr>
            <a:r>
              <a:rPr dirty="0" sz="550" spc="10">
                <a:solidFill>
                  <a:srgbClr val="585B66"/>
                </a:solidFill>
                <a:latin typeface="Arial"/>
                <a:cs typeface="Arial"/>
                <a:hlinkClick r:id="rId8" action="ppaction://hlinksldjump"/>
              </a:rPr>
              <a:t>Functional</a:t>
            </a:r>
            <a:r>
              <a:rPr dirty="0" sz="550" spc="85">
                <a:solidFill>
                  <a:srgbClr val="585B66"/>
                </a:solidFill>
                <a:latin typeface="Arial"/>
                <a:cs typeface="Arial"/>
                <a:hlinkClick r:id="rId8" action="ppaction://hlinksldjump"/>
              </a:rPr>
              <a:t> </a:t>
            </a:r>
            <a:r>
              <a:rPr dirty="0" sz="550" spc="-10">
                <a:solidFill>
                  <a:srgbClr val="585B66"/>
                </a:solidFill>
                <a:latin typeface="Arial"/>
                <a:cs typeface="Arial"/>
                <a:hlinkClick r:id="rId8" action="ppaction://hlinksldjump"/>
              </a:rPr>
              <a:t>Requirements</a:t>
            </a:r>
            <a:endParaRPr sz="550">
              <a:latin typeface="Arial"/>
              <a:cs typeface="Arial"/>
            </a:endParaRPr>
          </a:p>
          <a:p>
            <a:pPr marL="28575" marR="98425">
              <a:lnSpc>
                <a:spcPct val="166600"/>
              </a:lnSpc>
            </a:pPr>
            <a:r>
              <a:rPr dirty="0" sz="550" spc="10">
                <a:solidFill>
                  <a:srgbClr val="585B66"/>
                </a:solidFill>
                <a:latin typeface="Arial"/>
                <a:cs typeface="Arial"/>
                <a:hlinkClick r:id="rId9" action="ppaction://hlinksldjump"/>
              </a:rPr>
              <a:t>Non-Functional</a:t>
            </a:r>
            <a:r>
              <a:rPr dirty="0" sz="550" spc="125">
                <a:solidFill>
                  <a:srgbClr val="585B66"/>
                </a:solidFill>
                <a:latin typeface="Arial"/>
                <a:cs typeface="Arial"/>
                <a:hlinkClick r:id="rId9" action="ppaction://hlinksldjump"/>
              </a:rPr>
              <a:t> </a:t>
            </a:r>
            <a:r>
              <a:rPr dirty="0" sz="550" spc="-10">
                <a:solidFill>
                  <a:srgbClr val="585B66"/>
                </a:solidFill>
                <a:latin typeface="Arial"/>
                <a:cs typeface="Arial"/>
                <a:hlinkClick r:id="rId9" action="ppaction://hlinksldjump"/>
              </a:rPr>
              <a:t>Requirements</a:t>
            </a:r>
            <a:r>
              <a:rPr dirty="0" sz="550" spc="500">
                <a:solidFill>
                  <a:srgbClr val="585B66"/>
                </a:solidFill>
                <a:latin typeface="Arial"/>
                <a:cs typeface="Arial"/>
              </a:rPr>
              <a:t> </a:t>
            </a:r>
            <a:r>
              <a:rPr dirty="0" sz="550">
                <a:solidFill>
                  <a:srgbClr val="585B66"/>
                </a:solidFill>
                <a:latin typeface="Arial"/>
                <a:cs typeface="Arial"/>
                <a:hlinkClick r:id="rId10" action="ppaction://hlinksldjump"/>
              </a:rPr>
              <a:t>Hardware</a:t>
            </a:r>
            <a:r>
              <a:rPr dirty="0" sz="550" spc="150">
                <a:solidFill>
                  <a:srgbClr val="585B66"/>
                </a:solidFill>
                <a:latin typeface="Arial"/>
                <a:cs typeface="Arial"/>
                <a:hlinkClick r:id="rId10" action="ppaction://hlinksldjump"/>
              </a:rPr>
              <a:t> </a:t>
            </a:r>
            <a:r>
              <a:rPr dirty="0" sz="550" spc="-10">
                <a:solidFill>
                  <a:srgbClr val="585B66"/>
                </a:solidFill>
                <a:latin typeface="Arial"/>
                <a:cs typeface="Arial"/>
                <a:hlinkClick r:id="rId10" action="ppaction://hlinksldjump"/>
              </a:rPr>
              <a:t>Requirements</a:t>
            </a:r>
            <a:endParaRPr sz="550">
              <a:latin typeface="Arial"/>
              <a:cs typeface="Arial"/>
            </a:endParaRPr>
          </a:p>
          <a:p>
            <a:pPr marL="28575" marR="311150">
              <a:lnSpc>
                <a:spcPct val="166600"/>
              </a:lnSpc>
              <a:spcBef>
                <a:spcPts val="10"/>
              </a:spcBef>
            </a:pPr>
            <a:r>
              <a:rPr dirty="0" sz="550">
                <a:solidFill>
                  <a:srgbClr val="585B66"/>
                </a:solidFill>
                <a:latin typeface="Arial"/>
                <a:cs typeface="Arial"/>
                <a:hlinkClick r:id="rId11" action="ppaction://hlinksldjump"/>
              </a:rPr>
              <a:t>Software</a:t>
            </a:r>
            <a:r>
              <a:rPr dirty="0" sz="550" spc="150">
                <a:solidFill>
                  <a:srgbClr val="585B66"/>
                </a:solidFill>
                <a:latin typeface="Arial"/>
                <a:cs typeface="Arial"/>
                <a:hlinkClick r:id="rId11" action="ppaction://hlinksldjump"/>
              </a:rPr>
              <a:t> </a:t>
            </a:r>
            <a:r>
              <a:rPr dirty="0" sz="550" spc="-10">
                <a:solidFill>
                  <a:srgbClr val="585B66"/>
                </a:solidFill>
                <a:latin typeface="Arial"/>
                <a:cs typeface="Arial"/>
                <a:hlinkClick r:id="rId11" action="ppaction://hlinksldjump"/>
              </a:rPr>
              <a:t>Requirements</a:t>
            </a:r>
            <a:r>
              <a:rPr dirty="0" sz="550" spc="500">
                <a:solidFill>
                  <a:srgbClr val="585B66"/>
                </a:solidFill>
                <a:latin typeface="Arial"/>
                <a:cs typeface="Arial"/>
              </a:rPr>
              <a:t> </a:t>
            </a:r>
            <a:r>
              <a:rPr dirty="0" sz="550" spc="-10">
                <a:solidFill>
                  <a:srgbClr val="0B4CB2"/>
                </a:solidFill>
                <a:latin typeface="Arial"/>
                <a:cs typeface="Arial"/>
                <a:hlinkClick r:id="rId12" action="ppaction://hlinksldjump"/>
              </a:rPr>
              <a:t>Result</a:t>
            </a:r>
            <a:endParaRPr sz="550">
              <a:latin typeface="Arial"/>
              <a:cs typeface="Arial"/>
            </a:endParaRPr>
          </a:p>
          <a:p>
            <a:pPr marL="28575" marR="640715">
              <a:lnSpc>
                <a:spcPts val="1000"/>
              </a:lnSpc>
              <a:spcBef>
                <a:spcPts val="90"/>
              </a:spcBef>
            </a:pPr>
            <a:r>
              <a:rPr dirty="0" sz="550" spc="-10">
                <a:solidFill>
                  <a:srgbClr val="585B66"/>
                </a:solidFill>
                <a:latin typeface="Arial"/>
                <a:cs typeface="Arial"/>
                <a:hlinkClick r:id="rId13" action="ppaction://hlinksldjump"/>
              </a:rPr>
              <a:t>Conclusion</a:t>
            </a:r>
            <a:r>
              <a:rPr dirty="0" sz="550" spc="500">
                <a:solidFill>
                  <a:srgbClr val="585B66"/>
                </a:solidFill>
                <a:latin typeface="Arial"/>
                <a:cs typeface="Arial"/>
              </a:rPr>
              <a:t> </a:t>
            </a:r>
            <a:r>
              <a:rPr dirty="0" sz="550">
                <a:solidFill>
                  <a:srgbClr val="585B66"/>
                </a:solidFill>
                <a:latin typeface="Arial"/>
                <a:cs typeface="Arial"/>
                <a:hlinkClick r:id="rId14" action="ppaction://hlinksldjump"/>
              </a:rPr>
              <a:t>Future</a:t>
            </a:r>
            <a:r>
              <a:rPr dirty="0" sz="550" spc="120">
                <a:solidFill>
                  <a:srgbClr val="585B66"/>
                </a:solidFill>
                <a:latin typeface="Arial"/>
                <a:cs typeface="Arial"/>
                <a:hlinkClick r:id="rId14" action="ppaction://hlinksldjump"/>
              </a:rPr>
              <a:t> </a:t>
            </a:r>
            <a:r>
              <a:rPr dirty="0" sz="550" spc="-10">
                <a:solidFill>
                  <a:srgbClr val="585B66"/>
                </a:solidFill>
                <a:latin typeface="Arial"/>
                <a:cs typeface="Arial"/>
                <a:hlinkClick r:id="rId14" action="ppaction://hlinksldjump"/>
              </a:rPr>
              <a:t>Scope</a:t>
            </a:r>
            <a:endParaRPr sz="550">
              <a:latin typeface="Arial"/>
              <a:cs typeface="Arial"/>
            </a:endParaRPr>
          </a:p>
          <a:p>
            <a:pPr marL="28575">
              <a:lnSpc>
                <a:spcPct val="100000"/>
              </a:lnSpc>
              <a:spcBef>
                <a:spcPts val="365"/>
              </a:spcBef>
            </a:pPr>
            <a:r>
              <a:rPr dirty="0" sz="550" spc="-10">
                <a:solidFill>
                  <a:srgbClr val="585B66"/>
                </a:solidFill>
                <a:latin typeface="Arial"/>
                <a:cs typeface="Arial"/>
                <a:hlinkClick r:id="rId15" action="ppaction://hlinksldjump"/>
              </a:rPr>
              <a:t>References</a:t>
            </a:r>
            <a:endParaRPr sz="550">
              <a:latin typeface="Arial"/>
              <a:cs typeface="Arial"/>
            </a:endParaRPr>
          </a:p>
        </p:txBody>
      </p:sp>
      <p:pic>
        <p:nvPicPr>
          <p:cNvPr id="8" name="object 8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1422031" y="889336"/>
            <a:ext cx="4085945" cy="1866766"/>
          </a:xfrm>
          <a:prstGeom prst="rect">
            <a:avLst/>
          </a:prstGeom>
        </p:spPr>
      </p:pic>
    </p:spTree>
  </p:cSld>
  <p:clrMapOvr>
    <a:masterClrMapping/>
  </p:clrMapOvr>
  <p:transition spd="fast">
    <p:cut thruBlk="0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pc="-10"/>
              <a:t>Result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5256733" y="217041"/>
            <a:ext cx="264160" cy="126364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650">
                <a:solidFill>
                  <a:srgbClr val="787D86"/>
                </a:solidFill>
                <a:latin typeface="Arial"/>
                <a:cs typeface="Arial"/>
              </a:rPr>
              <a:t>18</a:t>
            </a:r>
            <a:r>
              <a:rPr dirty="0" sz="650" spc="-65">
                <a:solidFill>
                  <a:srgbClr val="787D86"/>
                </a:solidFill>
                <a:latin typeface="Arial"/>
                <a:cs typeface="Arial"/>
              </a:rPr>
              <a:t> </a:t>
            </a:r>
            <a:r>
              <a:rPr dirty="0" sz="650">
                <a:solidFill>
                  <a:srgbClr val="787D86"/>
                </a:solidFill>
                <a:latin typeface="Arial"/>
                <a:cs typeface="Arial"/>
              </a:rPr>
              <a:t>/</a:t>
            </a:r>
            <a:r>
              <a:rPr dirty="0" sz="650" spc="-65">
                <a:solidFill>
                  <a:srgbClr val="787D86"/>
                </a:solidFill>
                <a:latin typeface="Arial"/>
                <a:cs typeface="Arial"/>
              </a:rPr>
              <a:t> </a:t>
            </a:r>
            <a:r>
              <a:rPr dirty="0" sz="650" spc="-25">
                <a:solidFill>
                  <a:srgbClr val="787D86"/>
                </a:solidFill>
                <a:latin typeface="Arial"/>
                <a:cs typeface="Arial"/>
              </a:rPr>
              <a:t>24</a:t>
            </a:r>
            <a:endParaRPr sz="650">
              <a:latin typeface="Arial"/>
              <a:cs typeface="Arial"/>
            </a:endParaRPr>
          </a:p>
        </p:txBody>
      </p:sp>
      <p:grpSp>
        <p:nvGrpSpPr>
          <p:cNvPr id="2" name="object 2"/>
          <p:cNvGrpSpPr/>
          <p:nvPr/>
        </p:nvGrpSpPr>
        <p:grpSpPr>
          <a:xfrm>
            <a:off x="0" y="2309279"/>
            <a:ext cx="1146175" cy="112395"/>
            <a:chOff x="0" y="2309279"/>
            <a:chExt cx="1146175" cy="112395"/>
          </a:xfrm>
        </p:grpSpPr>
        <p:sp>
          <p:nvSpPr>
            <p:cNvPr id="3" name="object 3"/>
            <p:cNvSpPr/>
            <p:nvPr/>
          </p:nvSpPr>
          <p:spPr>
            <a:xfrm>
              <a:off x="0" y="2309279"/>
              <a:ext cx="20320" cy="112395"/>
            </a:xfrm>
            <a:custGeom>
              <a:avLst/>
              <a:gdLst/>
              <a:ahLst/>
              <a:cxnLst/>
              <a:rect l="l" t="t" r="r" b="b"/>
              <a:pathLst>
                <a:path w="20320" h="112394">
                  <a:moveTo>
                    <a:pt x="20243" y="0"/>
                  </a:moveTo>
                  <a:lnTo>
                    <a:pt x="0" y="0"/>
                  </a:lnTo>
                  <a:lnTo>
                    <a:pt x="0" y="112153"/>
                  </a:lnTo>
                  <a:lnTo>
                    <a:pt x="20243" y="112153"/>
                  </a:lnTo>
                  <a:lnTo>
                    <a:pt x="20243" y="0"/>
                  </a:lnTo>
                  <a:close/>
                </a:path>
              </a:pathLst>
            </a:custGeom>
            <a:solidFill>
              <a:srgbClr val="0B4CB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20243" y="2309279"/>
              <a:ext cx="1125855" cy="112395"/>
            </a:xfrm>
            <a:custGeom>
              <a:avLst/>
              <a:gdLst/>
              <a:ahLst/>
              <a:cxnLst/>
              <a:rect l="l" t="t" r="r" b="b"/>
              <a:pathLst>
                <a:path w="1125855" h="112394">
                  <a:moveTo>
                    <a:pt x="1125423" y="0"/>
                  </a:moveTo>
                  <a:lnTo>
                    <a:pt x="0" y="0"/>
                  </a:lnTo>
                  <a:lnTo>
                    <a:pt x="0" y="112153"/>
                  </a:lnTo>
                  <a:lnTo>
                    <a:pt x="1125423" y="112153"/>
                  </a:lnTo>
                  <a:lnTo>
                    <a:pt x="1125423" y="0"/>
                  </a:lnTo>
                  <a:close/>
                </a:path>
              </a:pathLst>
            </a:custGeom>
            <a:solidFill>
              <a:srgbClr val="DCE5F7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/>
          <p:cNvSpPr txBox="1"/>
          <p:nvPr/>
        </p:nvSpPr>
        <p:spPr>
          <a:xfrm>
            <a:off x="20243" y="906851"/>
            <a:ext cx="1125855" cy="19075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8575" marR="452120">
              <a:lnSpc>
                <a:spcPct val="150500"/>
              </a:lnSpc>
              <a:spcBef>
                <a:spcPts val="95"/>
              </a:spcBef>
            </a:pPr>
            <a:r>
              <a:rPr dirty="0" sz="550" spc="-10">
                <a:solidFill>
                  <a:srgbClr val="585B66"/>
                </a:solidFill>
                <a:latin typeface="Arial"/>
                <a:cs typeface="Arial"/>
                <a:hlinkClick r:id="rId2" action="ppaction://hlinksldjump"/>
              </a:rPr>
              <a:t>Introduction</a:t>
            </a:r>
            <a:r>
              <a:rPr dirty="0" sz="550" spc="500">
                <a:solidFill>
                  <a:srgbClr val="585B66"/>
                </a:solidFill>
                <a:latin typeface="Arial"/>
                <a:cs typeface="Arial"/>
              </a:rPr>
              <a:t> </a:t>
            </a:r>
            <a:r>
              <a:rPr dirty="0" sz="550">
                <a:solidFill>
                  <a:srgbClr val="585B66"/>
                </a:solidFill>
                <a:latin typeface="Arial"/>
                <a:cs typeface="Arial"/>
                <a:hlinkClick r:id="rId3" action="ppaction://hlinksldjump"/>
              </a:rPr>
              <a:t>Problem</a:t>
            </a:r>
            <a:r>
              <a:rPr dirty="0" sz="550" spc="125">
                <a:solidFill>
                  <a:srgbClr val="585B66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dirty="0" sz="550" spc="-10">
                <a:solidFill>
                  <a:srgbClr val="585B66"/>
                </a:solidFill>
                <a:latin typeface="Arial"/>
                <a:cs typeface="Arial"/>
                <a:hlinkClick r:id="rId3" action="ppaction://hlinksldjump"/>
              </a:rPr>
              <a:t>Statement</a:t>
            </a:r>
            <a:r>
              <a:rPr dirty="0" sz="550" spc="500">
                <a:solidFill>
                  <a:srgbClr val="585B66"/>
                </a:solidFill>
                <a:latin typeface="Arial"/>
                <a:cs typeface="Arial"/>
              </a:rPr>
              <a:t> </a:t>
            </a:r>
            <a:r>
              <a:rPr dirty="0" sz="550" spc="10">
                <a:solidFill>
                  <a:srgbClr val="585B66"/>
                </a:solidFill>
                <a:latin typeface="Arial"/>
                <a:cs typeface="Arial"/>
                <a:hlinkClick r:id="rId4" action="ppaction://hlinksldjump"/>
              </a:rPr>
              <a:t>Literature</a:t>
            </a:r>
            <a:r>
              <a:rPr dirty="0" sz="550" spc="70">
                <a:solidFill>
                  <a:srgbClr val="585B66"/>
                </a:solidFill>
                <a:latin typeface="Arial"/>
                <a:cs typeface="Arial"/>
                <a:hlinkClick r:id="rId4" action="ppaction://hlinksldjump"/>
              </a:rPr>
              <a:t> </a:t>
            </a:r>
            <a:r>
              <a:rPr dirty="0" sz="550" spc="-10">
                <a:solidFill>
                  <a:srgbClr val="585B66"/>
                </a:solidFill>
                <a:latin typeface="Arial"/>
                <a:cs typeface="Arial"/>
                <a:hlinkClick r:id="rId4" action="ppaction://hlinksldjump"/>
              </a:rPr>
              <a:t>Review</a:t>
            </a:r>
            <a:r>
              <a:rPr dirty="0" sz="550" spc="500">
                <a:solidFill>
                  <a:srgbClr val="585B66"/>
                </a:solidFill>
                <a:latin typeface="Arial"/>
                <a:cs typeface="Arial"/>
              </a:rPr>
              <a:t> </a:t>
            </a:r>
            <a:r>
              <a:rPr dirty="0" sz="550" spc="10">
                <a:solidFill>
                  <a:srgbClr val="585B66"/>
                </a:solidFill>
                <a:latin typeface="Arial"/>
                <a:cs typeface="Arial"/>
                <a:hlinkClick r:id="rId5" action="ppaction://hlinksldjump"/>
              </a:rPr>
              <a:t>Proposed</a:t>
            </a:r>
            <a:r>
              <a:rPr dirty="0" sz="550" spc="114">
                <a:solidFill>
                  <a:srgbClr val="585B66"/>
                </a:solidFill>
                <a:latin typeface="Arial"/>
                <a:cs typeface="Arial"/>
                <a:hlinkClick r:id="rId5" action="ppaction://hlinksldjump"/>
              </a:rPr>
              <a:t> </a:t>
            </a:r>
            <a:r>
              <a:rPr dirty="0" sz="550" spc="-10">
                <a:solidFill>
                  <a:srgbClr val="585B66"/>
                </a:solidFill>
                <a:latin typeface="Arial"/>
                <a:cs typeface="Arial"/>
                <a:hlinkClick r:id="rId5" action="ppaction://hlinksldjump"/>
              </a:rPr>
              <a:t>Solution</a:t>
            </a:r>
            <a:endParaRPr sz="550">
              <a:latin typeface="Arial"/>
              <a:cs typeface="Arial"/>
            </a:endParaRPr>
          </a:p>
          <a:p>
            <a:pPr marL="28575" marR="421640">
              <a:lnSpc>
                <a:spcPct val="166600"/>
              </a:lnSpc>
              <a:spcBef>
                <a:spcPts val="10"/>
              </a:spcBef>
            </a:pPr>
            <a:r>
              <a:rPr dirty="0" sz="550">
                <a:solidFill>
                  <a:srgbClr val="585B66"/>
                </a:solidFill>
                <a:latin typeface="Arial"/>
                <a:cs typeface="Arial"/>
                <a:hlinkClick r:id="rId6" action="ppaction://hlinksldjump"/>
              </a:rPr>
              <a:t>System</a:t>
            </a:r>
            <a:r>
              <a:rPr dirty="0" sz="550" spc="135">
                <a:solidFill>
                  <a:srgbClr val="585B66"/>
                </a:solidFill>
                <a:latin typeface="Arial"/>
                <a:cs typeface="Arial"/>
                <a:hlinkClick r:id="rId6" action="ppaction://hlinksldjump"/>
              </a:rPr>
              <a:t> </a:t>
            </a:r>
            <a:r>
              <a:rPr dirty="0" sz="550" spc="-10">
                <a:solidFill>
                  <a:srgbClr val="585B66"/>
                </a:solidFill>
                <a:latin typeface="Arial"/>
                <a:cs typeface="Arial"/>
                <a:hlinkClick r:id="rId6" action="ppaction://hlinksldjump"/>
              </a:rPr>
              <a:t>Architecture</a:t>
            </a:r>
            <a:r>
              <a:rPr dirty="0" sz="550" spc="500">
                <a:solidFill>
                  <a:srgbClr val="585B66"/>
                </a:solidFill>
                <a:latin typeface="Arial"/>
                <a:cs typeface="Arial"/>
              </a:rPr>
              <a:t> </a:t>
            </a:r>
            <a:r>
              <a:rPr dirty="0" sz="550" spc="-10">
                <a:solidFill>
                  <a:srgbClr val="585B66"/>
                </a:solidFill>
                <a:latin typeface="Arial"/>
                <a:cs typeface="Arial"/>
                <a:hlinkClick r:id="rId7" action="ppaction://hlinksldjump"/>
              </a:rPr>
              <a:t>Methodology</a:t>
            </a:r>
            <a:endParaRPr sz="550">
              <a:latin typeface="Arial"/>
              <a:cs typeface="Arial"/>
            </a:endParaRPr>
          </a:p>
          <a:p>
            <a:pPr marL="28575">
              <a:lnSpc>
                <a:spcPct val="100000"/>
              </a:lnSpc>
              <a:spcBef>
                <a:spcPts val="450"/>
              </a:spcBef>
            </a:pPr>
            <a:r>
              <a:rPr dirty="0" sz="550" spc="10">
                <a:solidFill>
                  <a:srgbClr val="585B66"/>
                </a:solidFill>
                <a:latin typeface="Arial"/>
                <a:cs typeface="Arial"/>
                <a:hlinkClick r:id="rId8" action="ppaction://hlinksldjump"/>
              </a:rPr>
              <a:t>Functional</a:t>
            </a:r>
            <a:r>
              <a:rPr dirty="0" sz="550" spc="85">
                <a:solidFill>
                  <a:srgbClr val="585B66"/>
                </a:solidFill>
                <a:latin typeface="Arial"/>
                <a:cs typeface="Arial"/>
                <a:hlinkClick r:id="rId8" action="ppaction://hlinksldjump"/>
              </a:rPr>
              <a:t> </a:t>
            </a:r>
            <a:r>
              <a:rPr dirty="0" sz="550" spc="-10">
                <a:solidFill>
                  <a:srgbClr val="585B66"/>
                </a:solidFill>
                <a:latin typeface="Arial"/>
                <a:cs typeface="Arial"/>
                <a:hlinkClick r:id="rId8" action="ppaction://hlinksldjump"/>
              </a:rPr>
              <a:t>Requirements</a:t>
            </a:r>
            <a:endParaRPr sz="550">
              <a:latin typeface="Arial"/>
              <a:cs typeface="Arial"/>
            </a:endParaRPr>
          </a:p>
          <a:p>
            <a:pPr marL="28575" marR="98425">
              <a:lnSpc>
                <a:spcPct val="166600"/>
              </a:lnSpc>
            </a:pPr>
            <a:r>
              <a:rPr dirty="0" sz="550" spc="10">
                <a:solidFill>
                  <a:srgbClr val="585B66"/>
                </a:solidFill>
                <a:latin typeface="Arial"/>
                <a:cs typeface="Arial"/>
                <a:hlinkClick r:id="rId9" action="ppaction://hlinksldjump"/>
              </a:rPr>
              <a:t>Non-Functional</a:t>
            </a:r>
            <a:r>
              <a:rPr dirty="0" sz="550" spc="125">
                <a:solidFill>
                  <a:srgbClr val="585B66"/>
                </a:solidFill>
                <a:latin typeface="Arial"/>
                <a:cs typeface="Arial"/>
                <a:hlinkClick r:id="rId9" action="ppaction://hlinksldjump"/>
              </a:rPr>
              <a:t> </a:t>
            </a:r>
            <a:r>
              <a:rPr dirty="0" sz="550" spc="-10">
                <a:solidFill>
                  <a:srgbClr val="585B66"/>
                </a:solidFill>
                <a:latin typeface="Arial"/>
                <a:cs typeface="Arial"/>
                <a:hlinkClick r:id="rId9" action="ppaction://hlinksldjump"/>
              </a:rPr>
              <a:t>Requirements</a:t>
            </a:r>
            <a:r>
              <a:rPr dirty="0" sz="550" spc="500">
                <a:solidFill>
                  <a:srgbClr val="585B66"/>
                </a:solidFill>
                <a:latin typeface="Arial"/>
                <a:cs typeface="Arial"/>
              </a:rPr>
              <a:t> </a:t>
            </a:r>
            <a:r>
              <a:rPr dirty="0" sz="550">
                <a:solidFill>
                  <a:srgbClr val="585B66"/>
                </a:solidFill>
                <a:latin typeface="Arial"/>
                <a:cs typeface="Arial"/>
                <a:hlinkClick r:id="rId10" action="ppaction://hlinksldjump"/>
              </a:rPr>
              <a:t>Hardware</a:t>
            </a:r>
            <a:r>
              <a:rPr dirty="0" sz="550" spc="150">
                <a:solidFill>
                  <a:srgbClr val="585B66"/>
                </a:solidFill>
                <a:latin typeface="Arial"/>
                <a:cs typeface="Arial"/>
                <a:hlinkClick r:id="rId10" action="ppaction://hlinksldjump"/>
              </a:rPr>
              <a:t> </a:t>
            </a:r>
            <a:r>
              <a:rPr dirty="0" sz="550" spc="-10">
                <a:solidFill>
                  <a:srgbClr val="585B66"/>
                </a:solidFill>
                <a:latin typeface="Arial"/>
                <a:cs typeface="Arial"/>
                <a:hlinkClick r:id="rId10" action="ppaction://hlinksldjump"/>
              </a:rPr>
              <a:t>Requirements</a:t>
            </a:r>
            <a:endParaRPr sz="550">
              <a:latin typeface="Arial"/>
              <a:cs typeface="Arial"/>
            </a:endParaRPr>
          </a:p>
          <a:p>
            <a:pPr marL="28575" marR="311150">
              <a:lnSpc>
                <a:spcPct val="166600"/>
              </a:lnSpc>
              <a:spcBef>
                <a:spcPts val="10"/>
              </a:spcBef>
            </a:pPr>
            <a:r>
              <a:rPr dirty="0" sz="550">
                <a:solidFill>
                  <a:srgbClr val="585B66"/>
                </a:solidFill>
                <a:latin typeface="Arial"/>
                <a:cs typeface="Arial"/>
                <a:hlinkClick r:id="rId11" action="ppaction://hlinksldjump"/>
              </a:rPr>
              <a:t>Software</a:t>
            </a:r>
            <a:r>
              <a:rPr dirty="0" sz="550" spc="150">
                <a:solidFill>
                  <a:srgbClr val="585B66"/>
                </a:solidFill>
                <a:latin typeface="Arial"/>
                <a:cs typeface="Arial"/>
                <a:hlinkClick r:id="rId11" action="ppaction://hlinksldjump"/>
              </a:rPr>
              <a:t> </a:t>
            </a:r>
            <a:r>
              <a:rPr dirty="0" sz="550" spc="-10">
                <a:solidFill>
                  <a:srgbClr val="585B66"/>
                </a:solidFill>
                <a:latin typeface="Arial"/>
                <a:cs typeface="Arial"/>
                <a:hlinkClick r:id="rId11" action="ppaction://hlinksldjump"/>
              </a:rPr>
              <a:t>Requirements</a:t>
            </a:r>
            <a:r>
              <a:rPr dirty="0" sz="550" spc="500">
                <a:solidFill>
                  <a:srgbClr val="585B66"/>
                </a:solidFill>
                <a:latin typeface="Arial"/>
                <a:cs typeface="Arial"/>
              </a:rPr>
              <a:t> </a:t>
            </a:r>
            <a:r>
              <a:rPr dirty="0" sz="550" spc="-10">
                <a:solidFill>
                  <a:srgbClr val="0B4CB2"/>
                </a:solidFill>
                <a:latin typeface="Arial"/>
                <a:cs typeface="Arial"/>
                <a:hlinkClick r:id="rId12" action="ppaction://hlinksldjump"/>
              </a:rPr>
              <a:t>Result</a:t>
            </a:r>
            <a:endParaRPr sz="550">
              <a:latin typeface="Arial"/>
              <a:cs typeface="Arial"/>
            </a:endParaRPr>
          </a:p>
          <a:p>
            <a:pPr marL="28575" marR="640715">
              <a:lnSpc>
                <a:spcPts val="1000"/>
              </a:lnSpc>
              <a:spcBef>
                <a:spcPts val="90"/>
              </a:spcBef>
            </a:pPr>
            <a:r>
              <a:rPr dirty="0" sz="550" spc="-10">
                <a:solidFill>
                  <a:srgbClr val="585B66"/>
                </a:solidFill>
                <a:latin typeface="Arial"/>
                <a:cs typeface="Arial"/>
                <a:hlinkClick r:id="rId13" action="ppaction://hlinksldjump"/>
              </a:rPr>
              <a:t>Conclusion</a:t>
            </a:r>
            <a:r>
              <a:rPr dirty="0" sz="550" spc="500">
                <a:solidFill>
                  <a:srgbClr val="585B66"/>
                </a:solidFill>
                <a:latin typeface="Arial"/>
                <a:cs typeface="Arial"/>
              </a:rPr>
              <a:t> </a:t>
            </a:r>
            <a:r>
              <a:rPr dirty="0" sz="550">
                <a:solidFill>
                  <a:srgbClr val="585B66"/>
                </a:solidFill>
                <a:latin typeface="Arial"/>
                <a:cs typeface="Arial"/>
                <a:hlinkClick r:id="rId14" action="ppaction://hlinksldjump"/>
              </a:rPr>
              <a:t>Future</a:t>
            </a:r>
            <a:r>
              <a:rPr dirty="0" sz="550" spc="120">
                <a:solidFill>
                  <a:srgbClr val="585B66"/>
                </a:solidFill>
                <a:latin typeface="Arial"/>
                <a:cs typeface="Arial"/>
                <a:hlinkClick r:id="rId14" action="ppaction://hlinksldjump"/>
              </a:rPr>
              <a:t> </a:t>
            </a:r>
            <a:r>
              <a:rPr dirty="0" sz="550" spc="-10">
                <a:solidFill>
                  <a:srgbClr val="585B66"/>
                </a:solidFill>
                <a:latin typeface="Arial"/>
                <a:cs typeface="Arial"/>
                <a:hlinkClick r:id="rId14" action="ppaction://hlinksldjump"/>
              </a:rPr>
              <a:t>Scope</a:t>
            </a:r>
            <a:endParaRPr sz="550">
              <a:latin typeface="Arial"/>
              <a:cs typeface="Arial"/>
            </a:endParaRPr>
          </a:p>
          <a:p>
            <a:pPr marL="28575">
              <a:lnSpc>
                <a:spcPct val="100000"/>
              </a:lnSpc>
              <a:spcBef>
                <a:spcPts val="365"/>
              </a:spcBef>
            </a:pPr>
            <a:r>
              <a:rPr dirty="0" sz="550" spc="-10">
                <a:solidFill>
                  <a:srgbClr val="585B66"/>
                </a:solidFill>
                <a:latin typeface="Arial"/>
                <a:cs typeface="Arial"/>
                <a:hlinkClick r:id="rId15" action="ppaction://hlinksldjump"/>
              </a:rPr>
              <a:t>References</a:t>
            </a:r>
            <a:endParaRPr sz="550">
              <a:latin typeface="Arial"/>
              <a:cs typeface="Arial"/>
            </a:endParaRPr>
          </a:p>
        </p:txBody>
      </p:sp>
      <p:pic>
        <p:nvPicPr>
          <p:cNvPr id="8" name="object 8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1422031" y="885089"/>
            <a:ext cx="4085945" cy="1879534"/>
          </a:xfrm>
          <a:prstGeom prst="rect">
            <a:avLst/>
          </a:prstGeom>
        </p:spPr>
      </p:pic>
    </p:spTree>
  </p:cSld>
  <p:clrMapOvr>
    <a:masterClrMapping/>
  </p:clrMapOvr>
  <p:transition spd="fast">
    <p:cut thruBlk="0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pc="-10"/>
              <a:t>Result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5256733" y="217041"/>
            <a:ext cx="264160" cy="126364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650">
                <a:solidFill>
                  <a:srgbClr val="787D86"/>
                </a:solidFill>
                <a:latin typeface="Arial"/>
                <a:cs typeface="Arial"/>
              </a:rPr>
              <a:t>19</a:t>
            </a:r>
            <a:r>
              <a:rPr dirty="0" sz="650" spc="-65">
                <a:solidFill>
                  <a:srgbClr val="787D86"/>
                </a:solidFill>
                <a:latin typeface="Arial"/>
                <a:cs typeface="Arial"/>
              </a:rPr>
              <a:t> </a:t>
            </a:r>
            <a:r>
              <a:rPr dirty="0" sz="650">
                <a:solidFill>
                  <a:srgbClr val="787D86"/>
                </a:solidFill>
                <a:latin typeface="Arial"/>
                <a:cs typeface="Arial"/>
              </a:rPr>
              <a:t>/</a:t>
            </a:r>
            <a:r>
              <a:rPr dirty="0" sz="650" spc="-65">
                <a:solidFill>
                  <a:srgbClr val="787D86"/>
                </a:solidFill>
                <a:latin typeface="Arial"/>
                <a:cs typeface="Arial"/>
              </a:rPr>
              <a:t> </a:t>
            </a:r>
            <a:r>
              <a:rPr dirty="0" sz="650" spc="-25">
                <a:solidFill>
                  <a:srgbClr val="787D86"/>
                </a:solidFill>
                <a:latin typeface="Arial"/>
                <a:cs typeface="Arial"/>
              </a:rPr>
              <a:t>24</a:t>
            </a:r>
            <a:endParaRPr sz="650">
              <a:latin typeface="Arial"/>
              <a:cs typeface="Arial"/>
            </a:endParaRPr>
          </a:p>
        </p:txBody>
      </p:sp>
      <p:grpSp>
        <p:nvGrpSpPr>
          <p:cNvPr id="2" name="object 2"/>
          <p:cNvGrpSpPr/>
          <p:nvPr/>
        </p:nvGrpSpPr>
        <p:grpSpPr>
          <a:xfrm>
            <a:off x="0" y="2309279"/>
            <a:ext cx="1146175" cy="112395"/>
            <a:chOff x="0" y="2309279"/>
            <a:chExt cx="1146175" cy="112395"/>
          </a:xfrm>
        </p:grpSpPr>
        <p:sp>
          <p:nvSpPr>
            <p:cNvPr id="3" name="object 3"/>
            <p:cNvSpPr/>
            <p:nvPr/>
          </p:nvSpPr>
          <p:spPr>
            <a:xfrm>
              <a:off x="0" y="2309279"/>
              <a:ext cx="20320" cy="112395"/>
            </a:xfrm>
            <a:custGeom>
              <a:avLst/>
              <a:gdLst/>
              <a:ahLst/>
              <a:cxnLst/>
              <a:rect l="l" t="t" r="r" b="b"/>
              <a:pathLst>
                <a:path w="20320" h="112394">
                  <a:moveTo>
                    <a:pt x="20243" y="0"/>
                  </a:moveTo>
                  <a:lnTo>
                    <a:pt x="0" y="0"/>
                  </a:lnTo>
                  <a:lnTo>
                    <a:pt x="0" y="112153"/>
                  </a:lnTo>
                  <a:lnTo>
                    <a:pt x="20243" y="112153"/>
                  </a:lnTo>
                  <a:lnTo>
                    <a:pt x="20243" y="0"/>
                  </a:lnTo>
                  <a:close/>
                </a:path>
              </a:pathLst>
            </a:custGeom>
            <a:solidFill>
              <a:srgbClr val="0B4CB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20243" y="2309279"/>
              <a:ext cx="1125855" cy="112395"/>
            </a:xfrm>
            <a:custGeom>
              <a:avLst/>
              <a:gdLst/>
              <a:ahLst/>
              <a:cxnLst/>
              <a:rect l="l" t="t" r="r" b="b"/>
              <a:pathLst>
                <a:path w="1125855" h="112394">
                  <a:moveTo>
                    <a:pt x="1125423" y="0"/>
                  </a:moveTo>
                  <a:lnTo>
                    <a:pt x="0" y="0"/>
                  </a:lnTo>
                  <a:lnTo>
                    <a:pt x="0" y="112153"/>
                  </a:lnTo>
                  <a:lnTo>
                    <a:pt x="1125423" y="112153"/>
                  </a:lnTo>
                  <a:lnTo>
                    <a:pt x="1125423" y="0"/>
                  </a:lnTo>
                  <a:close/>
                </a:path>
              </a:pathLst>
            </a:custGeom>
            <a:solidFill>
              <a:srgbClr val="DCE5F7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/>
          <p:cNvSpPr txBox="1"/>
          <p:nvPr/>
        </p:nvSpPr>
        <p:spPr>
          <a:xfrm>
            <a:off x="20243" y="906851"/>
            <a:ext cx="1125855" cy="19075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8575" marR="452120">
              <a:lnSpc>
                <a:spcPct val="150500"/>
              </a:lnSpc>
              <a:spcBef>
                <a:spcPts val="95"/>
              </a:spcBef>
            </a:pPr>
            <a:r>
              <a:rPr dirty="0" sz="550" spc="-10">
                <a:solidFill>
                  <a:srgbClr val="585B66"/>
                </a:solidFill>
                <a:latin typeface="Arial"/>
                <a:cs typeface="Arial"/>
                <a:hlinkClick r:id="rId2" action="ppaction://hlinksldjump"/>
              </a:rPr>
              <a:t>Introduction</a:t>
            </a:r>
            <a:r>
              <a:rPr dirty="0" sz="550" spc="500">
                <a:solidFill>
                  <a:srgbClr val="585B66"/>
                </a:solidFill>
                <a:latin typeface="Arial"/>
                <a:cs typeface="Arial"/>
              </a:rPr>
              <a:t> </a:t>
            </a:r>
            <a:r>
              <a:rPr dirty="0" sz="550">
                <a:solidFill>
                  <a:srgbClr val="585B66"/>
                </a:solidFill>
                <a:latin typeface="Arial"/>
                <a:cs typeface="Arial"/>
                <a:hlinkClick r:id="rId3" action="ppaction://hlinksldjump"/>
              </a:rPr>
              <a:t>Problem</a:t>
            </a:r>
            <a:r>
              <a:rPr dirty="0" sz="550" spc="125">
                <a:solidFill>
                  <a:srgbClr val="585B66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dirty="0" sz="550" spc="-10">
                <a:solidFill>
                  <a:srgbClr val="585B66"/>
                </a:solidFill>
                <a:latin typeface="Arial"/>
                <a:cs typeface="Arial"/>
                <a:hlinkClick r:id="rId3" action="ppaction://hlinksldjump"/>
              </a:rPr>
              <a:t>Statement</a:t>
            </a:r>
            <a:r>
              <a:rPr dirty="0" sz="550" spc="500">
                <a:solidFill>
                  <a:srgbClr val="585B66"/>
                </a:solidFill>
                <a:latin typeface="Arial"/>
                <a:cs typeface="Arial"/>
              </a:rPr>
              <a:t> </a:t>
            </a:r>
            <a:r>
              <a:rPr dirty="0" sz="550" spc="10">
                <a:solidFill>
                  <a:srgbClr val="585B66"/>
                </a:solidFill>
                <a:latin typeface="Arial"/>
                <a:cs typeface="Arial"/>
                <a:hlinkClick r:id="rId4" action="ppaction://hlinksldjump"/>
              </a:rPr>
              <a:t>Literature</a:t>
            </a:r>
            <a:r>
              <a:rPr dirty="0" sz="550" spc="70">
                <a:solidFill>
                  <a:srgbClr val="585B66"/>
                </a:solidFill>
                <a:latin typeface="Arial"/>
                <a:cs typeface="Arial"/>
                <a:hlinkClick r:id="rId4" action="ppaction://hlinksldjump"/>
              </a:rPr>
              <a:t> </a:t>
            </a:r>
            <a:r>
              <a:rPr dirty="0" sz="550" spc="-10">
                <a:solidFill>
                  <a:srgbClr val="585B66"/>
                </a:solidFill>
                <a:latin typeface="Arial"/>
                <a:cs typeface="Arial"/>
                <a:hlinkClick r:id="rId4" action="ppaction://hlinksldjump"/>
              </a:rPr>
              <a:t>Review</a:t>
            </a:r>
            <a:r>
              <a:rPr dirty="0" sz="550" spc="500">
                <a:solidFill>
                  <a:srgbClr val="585B66"/>
                </a:solidFill>
                <a:latin typeface="Arial"/>
                <a:cs typeface="Arial"/>
              </a:rPr>
              <a:t> </a:t>
            </a:r>
            <a:r>
              <a:rPr dirty="0" sz="550" spc="10">
                <a:solidFill>
                  <a:srgbClr val="585B66"/>
                </a:solidFill>
                <a:latin typeface="Arial"/>
                <a:cs typeface="Arial"/>
                <a:hlinkClick r:id="rId5" action="ppaction://hlinksldjump"/>
              </a:rPr>
              <a:t>Proposed</a:t>
            </a:r>
            <a:r>
              <a:rPr dirty="0" sz="550" spc="114">
                <a:solidFill>
                  <a:srgbClr val="585B66"/>
                </a:solidFill>
                <a:latin typeface="Arial"/>
                <a:cs typeface="Arial"/>
                <a:hlinkClick r:id="rId5" action="ppaction://hlinksldjump"/>
              </a:rPr>
              <a:t> </a:t>
            </a:r>
            <a:r>
              <a:rPr dirty="0" sz="550" spc="-10">
                <a:solidFill>
                  <a:srgbClr val="585B66"/>
                </a:solidFill>
                <a:latin typeface="Arial"/>
                <a:cs typeface="Arial"/>
                <a:hlinkClick r:id="rId5" action="ppaction://hlinksldjump"/>
              </a:rPr>
              <a:t>Solution</a:t>
            </a:r>
            <a:endParaRPr sz="550">
              <a:latin typeface="Arial"/>
              <a:cs typeface="Arial"/>
            </a:endParaRPr>
          </a:p>
          <a:p>
            <a:pPr marL="28575" marR="421640">
              <a:lnSpc>
                <a:spcPct val="166600"/>
              </a:lnSpc>
              <a:spcBef>
                <a:spcPts val="10"/>
              </a:spcBef>
            </a:pPr>
            <a:r>
              <a:rPr dirty="0" sz="550">
                <a:solidFill>
                  <a:srgbClr val="585B66"/>
                </a:solidFill>
                <a:latin typeface="Arial"/>
                <a:cs typeface="Arial"/>
                <a:hlinkClick r:id="rId6" action="ppaction://hlinksldjump"/>
              </a:rPr>
              <a:t>System</a:t>
            </a:r>
            <a:r>
              <a:rPr dirty="0" sz="550" spc="135">
                <a:solidFill>
                  <a:srgbClr val="585B66"/>
                </a:solidFill>
                <a:latin typeface="Arial"/>
                <a:cs typeface="Arial"/>
                <a:hlinkClick r:id="rId6" action="ppaction://hlinksldjump"/>
              </a:rPr>
              <a:t> </a:t>
            </a:r>
            <a:r>
              <a:rPr dirty="0" sz="550" spc="-10">
                <a:solidFill>
                  <a:srgbClr val="585B66"/>
                </a:solidFill>
                <a:latin typeface="Arial"/>
                <a:cs typeface="Arial"/>
                <a:hlinkClick r:id="rId6" action="ppaction://hlinksldjump"/>
              </a:rPr>
              <a:t>Architecture</a:t>
            </a:r>
            <a:r>
              <a:rPr dirty="0" sz="550" spc="500">
                <a:solidFill>
                  <a:srgbClr val="585B66"/>
                </a:solidFill>
                <a:latin typeface="Arial"/>
                <a:cs typeface="Arial"/>
              </a:rPr>
              <a:t> </a:t>
            </a:r>
            <a:r>
              <a:rPr dirty="0" sz="550" spc="-10">
                <a:solidFill>
                  <a:srgbClr val="585B66"/>
                </a:solidFill>
                <a:latin typeface="Arial"/>
                <a:cs typeface="Arial"/>
                <a:hlinkClick r:id="rId7" action="ppaction://hlinksldjump"/>
              </a:rPr>
              <a:t>Methodology</a:t>
            </a:r>
            <a:endParaRPr sz="550">
              <a:latin typeface="Arial"/>
              <a:cs typeface="Arial"/>
            </a:endParaRPr>
          </a:p>
          <a:p>
            <a:pPr marL="28575">
              <a:lnSpc>
                <a:spcPct val="100000"/>
              </a:lnSpc>
              <a:spcBef>
                <a:spcPts val="450"/>
              </a:spcBef>
            </a:pPr>
            <a:r>
              <a:rPr dirty="0" sz="550" spc="10">
                <a:solidFill>
                  <a:srgbClr val="585B66"/>
                </a:solidFill>
                <a:latin typeface="Arial"/>
                <a:cs typeface="Arial"/>
                <a:hlinkClick r:id="rId8" action="ppaction://hlinksldjump"/>
              </a:rPr>
              <a:t>Functional</a:t>
            </a:r>
            <a:r>
              <a:rPr dirty="0" sz="550" spc="85">
                <a:solidFill>
                  <a:srgbClr val="585B66"/>
                </a:solidFill>
                <a:latin typeface="Arial"/>
                <a:cs typeface="Arial"/>
                <a:hlinkClick r:id="rId8" action="ppaction://hlinksldjump"/>
              </a:rPr>
              <a:t> </a:t>
            </a:r>
            <a:r>
              <a:rPr dirty="0" sz="550" spc="-10">
                <a:solidFill>
                  <a:srgbClr val="585B66"/>
                </a:solidFill>
                <a:latin typeface="Arial"/>
                <a:cs typeface="Arial"/>
                <a:hlinkClick r:id="rId8" action="ppaction://hlinksldjump"/>
              </a:rPr>
              <a:t>Requirements</a:t>
            </a:r>
            <a:endParaRPr sz="550">
              <a:latin typeface="Arial"/>
              <a:cs typeface="Arial"/>
            </a:endParaRPr>
          </a:p>
          <a:p>
            <a:pPr marL="28575" marR="98425">
              <a:lnSpc>
                <a:spcPct val="166600"/>
              </a:lnSpc>
            </a:pPr>
            <a:r>
              <a:rPr dirty="0" sz="550" spc="10">
                <a:solidFill>
                  <a:srgbClr val="585B66"/>
                </a:solidFill>
                <a:latin typeface="Arial"/>
                <a:cs typeface="Arial"/>
                <a:hlinkClick r:id="rId9" action="ppaction://hlinksldjump"/>
              </a:rPr>
              <a:t>Non-Functional</a:t>
            </a:r>
            <a:r>
              <a:rPr dirty="0" sz="550" spc="125">
                <a:solidFill>
                  <a:srgbClr val="585B66"/>
                </a:solidFill>
                <a:latin typeface="Arial"/>
                <a:cs typeface="Arial"/>
                <a:hlinkClick r:id="rId9" action="ppaction://hlinksldjump"/>
              </a:rPr>
              <a:t> </a:t>
            </a:r>
            <a:r>
              <a:rPr dirty="0" sz="550" spc="-10">
                <a:solidFill>
                  <a:srgbClr val="585B66"/>
                </a:solidFill>
                <a:latin typeface="Arial"/>
                <a:cs typeface="Arial"/>
                <a:hlinkClick r:id="rId9" action="ppaction://hlinksldjump"/>
              </a:rPr>
              <a:t>Requirements</a:t>
            </a:r>
            <a:r>
              <a:rPr dirty="0" sz="550" spc="500">
                <a:solidFill>
                  <a:srgbClr val="585B66"/>
                </a:solidFill>
                <a:latin typeface="Arial"/>
                <a:cs typeface="Arial"/>
              </a:rPr>
              <a:t> </a:t>
            </a:r>
            <a:r>
              <a:rPr dirty="0" sz="550">
                <a:solidFill>
                  <a:srgbClr val="585B66"/>
                </a:solidFill>
                <a:latin typeface="Arial"/>
                <a:cs typeface="Arial"/>
                <a:hlinkClick r:id="rId10" action="ppaction://hlinksldjump"/>
              </a:rPr>
              <a:t>Hardware</a:t>
            </a:r>
            <a:r>
              <a:rPr dirty="0" sz="550" spc="150">
                <a:solidFill>
                  <a:srgbClr val="585B66"/>
                </a:solidFill>
                <a:latin typeface="Arial"/>
                <a:cs typeface="Arial"/>
                <a:hlinkClick r:id="rId10" action="ppaction://hlinksldjump"/>
              </a:rPr>
              <a:t> </a:t>
            </a:r>
            <a:r>
              <a:rPr dirty="0" sz="550" spc="-10">
                <a:solidFill>
                  <a:srgbClr val="585B66"/>
                </a:solidFill>
                <a:latin typeface="Arial"/>
                <a:cs typeface="Arial"/>
                <a:hlinkClick r:id="rId10" action="ppaction://hlinksldjump"/>
              </a:rPr>
              <a:t>Requirements</a:t>
            </a:r>
            <a:endParaRPr sz="550">
              <a:latin typeface="Arial"/>
              <a:cs typeface="Arial"/>
            </a:endParaRPr>
          </a:p>
          <a:p>
            <a:pPr marL="28575" marR="311150">
              <a:lnSpc>
                <a:spcPct val="166600"/>
              </a:lnSpc>
              <a:spcBef>
                <a:spcPts val="10"/>
              </a:spcBef>
            </a:pPr>
            <a:r>
              <a:rPr dirty="0" sz="550">
                <a:solidFill>
                  <a:srgbClr val="585B66"/>
                </a:solidFill>
                <a:latin typeface="Arial"/>
                <a:cs typeface="Arial"/>
                <a:hlinkClick r:id="rId11" action="ppaction://hlinksldjump"/>
              </a:rPr>
              <a:t>Software</a:t>
            </a:r>
            <a:r>
              <a:rPr dirty="0" sz="550" spc="150">
                <a:solidFill>
                  <a:srgbClr val="585B66"/>
                </a:solidFill>
                <a:latin typeface="Arial"/>
                <a:cs typeface="Arial"/>
                <a:hlinkClick r:id="rId11" action="ppaction://hlinksldjump"/>
              </a:rPr>
              <a:t> </a:t>
            </a:r>
            <a:r>
              <a:rPr dirty="0" sz="550" spc="-10">
                <a:solidFill>
                  <a:srgbClr val="585B66"/>
                </a:solidFill>
                <a:latin typeface="Arial"/>
                <a:cs typeface="Arial"/>
                <a:hlinkClick r:id="rId11" action="ppaction://hlinksldjump"/>
              </a:rPr>
              <a:t>Requirements</a:t>
            </a:r>
            <a:r>
              <a:rPr dirty="0" sz="550" spc="500">
                <a:solidFill>
                  <a:srgbClr val="585B66"/>
                </a:solidFill>
                <a:latin typeface="Arial"/>
                <a:cs typeface="Arial"/>
              </a:rPr>
              <a:t> </a:t>
            </a:r>
            <a:r>
              <a:rPr dirty="0" sz="550" spc="-10">
                <a:solidFill>
                  <a:srgbClr val="0B4CB2"/>
                </a:solidFill>
                <a:latin typeface="Arial"/>
                <a:cs typeface="Arial"/>
                <a:hlinkClick r:id="rId12" action="ppaction://hlinksldjump"/>
              </a:rPr>
              <a:t>Result</a:t>
            </a:r>
            <a:endParaRPr sz="550">
              <a:latin typeface="Arial"/>
              <a:cs typeface="Arial"/>
            </a:endParaRPr>
          </a:p>
          <a:p>
            <a:pPr marL="28575" marR="640715">
              <a:lnSpc>
                <a:spcPts val="1000"/>
              </a:lnSpc>
              <a:spcBef>
                <a:spcPts val="90"/>
              </a:spcBef>
            </a:pPr>
            <a:r>
              <a:rPr dirty="0" sz="550" spc="-10">
                <a:solidFill>
                  <a:srgbClr val="585B66"/>
                </a:solidFill>
                <a:latin typeface="Arial"/>
                <a:cs typeface="Arial"/>
                <a:hlinkClick r:id="rId13" action="ppaction://hlinksldjump"/>
              </a:rPr>
              <a:t>Conclusion</a:t>
            </a:r>
            <a:r>
              <a:rPr dirty="0" sz="550" spc="500">
                <a:solidFill>
                  <a:srgbClr val="585B66"/>
                </a:solidFill>
                <a:latin typeface="Arial"/>
                <a:cs typeface="Arial"/>
              </a:rPr>
              <a:t> </a:t>
            </a:r>
            <a:r>
              <a:rPr dirty="0" sz="550">
                <a:solidFill>
                  <a:srgbClr val="585B66"/>
                </a:solidFill>
                <a:latin typeface="Arial"/>
                <a:cs typeface="Arial"/>
                <a:hlinkClick r:id="rId14" action="ppaction://hlinksldjump"/>
              </a:rPr>
              <a:t>Future</a:t>
            </a:r>
            <a:r>
              <a:rPr dirty="0" sz="550" spc="120">
                <a:solidFill>
                  <a:srgbClr val="585B66"/>
                </a:solidFill>
                <a:latin typeface="Arial"/>
                <a:cs typeface="Arial"/>
                <a:hlinkClick r:id="rId14" action="ppaction://hlinksldjump"/>
              </a:rPr>
              <a:t> </a:t>
            </a:r>
            <a:r>
              <a:rPr dirty="0" sz="550" spc="-10">
                <a:solidFill>
                  <a:srgbClr val="585B66"/>
                </a:solidFill>
                <a:latin typeface="Arial"/>
                <a:cs typeface="Arial"/>
                <a:hlinkClick r:id="rId14" action="ppaction://hlinksldjump"/>
              </a:rPr>
              <a:t>Scope</a:t>
            </a:r>
            <a:endParaRPr sz="550">
              <a:latin typeface="Arial"/>
              <a:cs typeface="Arial"/>
            </a:endParaRPr>
          </a:p>
          <a:p>
            <a:pPr marL="28575">
              <a:lnSpc>
                <a:spcPct val="100000"/>
              </a:lnSpc>
              <a:spcBef>
                <a:spcPts val="365"/>
              </a:spcBef>
            </a:pPr>
            <a:r>
              <a:rPr dirty="0" sz="550" spc="-10">
                <a:solidFill>
                  <a:srgbClr val="585B66"/>
                </a:solidFill>
                <a:latin typeface="Arial"/>
                <a:cs typeface="Arial"/>
                <a:hlinkClick r:id="rId15" action="ppaction://hlinksldjump"/>
              </a:rPr>
              <a:t>References</a:t>
            </a:r>
            <a:endParaRPr sz="550">
              <a:latin typeface="Arial"/>
              <a:cs typeface="Arial"/>
            </a:endParaRPr>
          </a:p>
        </p:txBody>
      </p:sp>
      <p:pic>
        <p:nvPicPr>
          <p:cNvPr id="8" name="object 8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1422031" y="896152"/>
            <a:ext cx="4085945" cy="1846336"/>
          </a:xfrm>
          <a:prstGeom prst="rect">
            <a:avLst/>
          </a:prstGeom>
        </p:spPr>
      </p:pic>
    </p:spTree>
  </p:cSld>
  <p:clrMapOvr>
    <a:masterClrMapping/>
  </p:clrMapOvr>
  <p:transition spd="fast">
    <p:cut thruBlk="0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pc="-10"/>
              <a:t>Result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5256733" y="217041"/>
            <a:ext cx="264160" cy="126364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650">
                <a:solidFill>
                  <a:srgbClr val="787D86"/>
                </a:solidFill>
                <a:latin typeface="Arial"/>
                <a:cs typeface="Arial"/>
              </a:rPr>
              <a:t>20</a:t>
            </a:r>
            <a:r>
              <a:rPr dirty="0" sz="650" spc="-65">
                <a:solidFill>
                  <a:srgbClr val="787D86"/>
                </a:solidFill>
                <a:latin typeface="Arial"/>
                <a:cs typeface="Arial"/>
              </a:rPr>
              <a:t> </a:t>
            </a:r>
            <a:r>
              <a:rPr dirty="0" sz="650">
                <a:solidFill>
                  <a:srgbClr val="787D86"/>
                </a:solidFill>
                <a:latin typeface="Arial"/>
                <a:cs typeface="Arial"/>
              </a:rPr>
              <a:t>/</a:t>
            </a:r>
            <a:r>
              <a:rPr dirty="0" sz="650" spc="-65">
                <a:solidFill>
                  <a:srgbClr val="787D86"/>
                </a:solidFill>
                <a:latin typeface="Arial"/>
                <a:cs typeface="Arial"/>
              </a:rPr>
              <a:t> </a:t>
            </a:r>
            <a:r>
              <a:rPr dirty="0" sz="650" spc="-25">
                <a:solidFill>
                  <a:srgbClr val="787D86"/>
                </a:solidFill>
                <a:latin typeface="Arial"/>
                <a:cs typeface="Arial"/>
              </a:rPr>
              <a:t>24</a:t>
            </a:r>
            <a:endParaRPr sz="650">
              <a:latin typeface="Arial"/>
              <a:cs typeface="Arial"/>
            </a:endParaRPr>
          </a:p>
        </p:txBody>
      </p:sp>
      <p:grpSp>
        <p:nvGrpSpPr>
          <p:cNvPr id="2" name="object 2"/>
          <p:cNvGrpSpPr/>
          <p:nvPr/>
        </p:nvGrpSpPr>
        <p:grpSpPr>
          <a:xfrm>
            <a:off x="0" y="2309279"/>
            <a:ext cx="1146175" cy="112395"/>
            <a:chOff x="0" y="2309279"/>
            <a:chExt cx="1146175" cy="112395"/>
          </a:xfrm>
        </p:grpSpPr>
        <p:sp>
          <p:nvSpPr>
            <p:cNvPr id="3" name="object 3"/>
            <p:cNvSpPr/>
            <p:nvPr/>
          </p:nvSpPr>
          <p:spPr>
            <a:xfrm>
              <a:off x="0" y="2309279"/>
              <a:ext cx="20320" cy="112395"/>
            </a:xfrm>
            <a:custGeom>
              <a:avLst/>
              <a:gdLst/>
              <a:ahLst/>
              <a:cxnLst/>
              <a:rect l="l" t="t" r="r" b="b"/>
              <a:pathLst>
                <a:path w="20320" h="112394">
                  <a:moveTo>
                    <a:pt x="20243" y="0"/>
                  </a:moveTo>
                  <a:lnTo>
                    <a:pt x="0" y="0"/>
                  </a:lnTo>
                  <a:lnTo>
                    <a:pt x="0" y="112153"/>
                  </a:lnTo>
                  <a:lnTo>
                    <a:pt x="20243" y="112153"/>
                  </a:lnTo>
                  <a:lnTo>
                    <a:pt x="20243" y="0"/>
                  </a:lnTo>
                  <a:close/>
                </a:path>
              </a:pathLst>
            </a:custGeom>
            <a:solidFill>
              <a:srgbClr val="0B4CB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20243" y="2309279"/>
              <a:ext cx="1125855" cy="112395"/>
            </a:xfrm>
            <a:custGeom>
              <a:avLst/>
              <a:gdLst/>
              <a:ahLst/>
              <a:cxnLst/>
              <a:rect l="l" t="t" r="r" b="b"/>
              <a:pathLst>
                <a:path w="1125855" h="112394">
                  <a:moveTo>
                    <a:pt x="1125423" y="0"/>
                  </a:moveTo>
                  <a:lnTo>
                    <a:pt x="0" y="0"/>
                  </a:lnTo>
                  <a:lnTo>
                    <a:pt x="0" y="112153"/>
                  </a:lnTo>
                  <a:lnTo>
                    <a:pt x="1125423" y="112153"/>
                  </a:lnTo>
                  <a:lnTo>
                    <a:pt x="1125423" y="0"/>
                  </a:lnTo>
                  <a:close/>
                </a:path>
              </a:pathLst>
            </a:custGeom>
            <a:solidFill>
              <a:srgbClr val="DCE5F7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/>
          <p:cNvSpPr txBox="1"/>
          <p:nvPr/>
        </p:nvSpPr>
        <p:spPr>
          <a:xfrm>
            <a:off x="20243" y="906851"/>
            <a:ext cx="1125855" cy="19075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8575" marR="452120">
              <a:lnSpc>
                <a:spcPct val="150500"/>
              </a:lnSpc>
              <a:spcBef>
                <a:spcPts val="95"/>
              </a:spcBef>
            </a:pPr>
            <a:r>
              <a:rPr dirty="0" sz="550" spc="-10">
                <a:solidFill>
                  <a:srgbClr val="585B66"/>
                </a:solidFill>
                <a:latin typeface="Arial"/>
                <a:cs typeface="Arial"/>
                <a:hlinkClick r:id="rId2" action="ppaction://hlinksldjump"/>
              </a:rPr>
              <a:t>Introduction</a:t>
            </a:r>
            <a:r>
              <a:rPr dirty="0" sz="550" spc="500">
                <a:solidFill>
                  <a:srgbClr val="585B66"/>
                </a:solidFill>
                <a:latin typeface="Arial"/>
                <a:cs typeface="Arial"/>
              </a:rPr>
              <a:t> </a:t>
            </a:r>
            <a:r>
              <a:rPr dirty="0" sz="550">
                <a:solidFill>
                  <a:srgbClr val="585B66"/>
                </a:solidFill>
                <a:latin typeface="Arial"/>
                <a:cs typeface="Arial"/>
                <a:hlinkClick r:id="rId3" action="ppaction://hlinksldjump"/>
              </a:rPr>
              <a:t>Problem</a:t>
            </a:r>
            <a:r>
              <a:rPr dirty="0" sz="550" spc="125">
                <a:solidFill>
                  <a:srgbClr val="585B66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dirty="0" sz="550" spc="-10">
                <a:solidFill>
                  <a:srgbClr val="585B66"/>
                </a:solidFill>
                <a:latin typeface="Arial"/>
                <a:cs typeface="Arial"/>
                <a:hlinkClick r:id="rId3" action="ppaction://hlinksldjump"/>
              </a:rPr>
              <a:t>Statement</a:t>
            </a:r>
            <a:r>
              <a:rPr dirty="0" sz="550" spc="500">
                <a:solidFill>
                  <a:srgbClr val="585B66"/>
                </a:solidFill>
                <a:latin typeface="Arial"/>
                <a:cs typeface="Arial"/>
              </a:rPr>
              <a:t> </a:t>
            </a:r>
            <a:r>
              <a:rPr dirty="0" sz="550" spc="10">
                <a:solidFill>
                  <a:srgbClr val="585B66"/>
                </a:solidFill>
                <a:latin typeface="Arial"/>
                <a:cs typeface="Arial"/>
                <a:hlinkClick r:id="rId4" action="ppaction://hlinksldjump"/>
              </a:rPr>
              <a:t>Literature</a:t>
            </a:r>
            <a:r>
              <a:rPr dirty="0" sz="550" spc="70">
                <a:solidFill>
                  <a:srgbClr val="585B66"/>
                </a:solidFill>
                <a:latin typeface="Arial"/>
                <a:cs typeface="Arial"/>
                <a:hlinkClick r:id="rId4" action="ppaction://hlinksldjump"/>
              </a:rPr>
              <a:t> </a:t>
            </a:r>
            <a:r>
              <a:rPr dirty="0" sz="550" spc="-10">
                <a:solidFill>
                  <a:srgbClr val="585B66"/>
                </a:solidFill>
                <a:latin typeface="Arial"/>
                <a:cs typeface="Arial"/>
                <a:hlinkClick r:id="rId4" action="ppaction://hlinksldjump"/>
              </a:rPr>
              <a:t>Review</a:t>
            </a:r>
            <a:r>
              <a:rPr dirty="0" sz="550" spc="500">
                <a:solidFill>
                  <a:srgbClr val="585B66"/>
                </a:solidFill>
                <a:latin typeface="Arial"/>
                <a:cs typeface="Arial"/>
              </a:rPr>
              <a:t> </a:t>
            </a:r>
            <a:r>
              <a:rPr dirty="0" sz="550" spc="10">
                <a:solidFill>
                  <a:srgbClr val="585B66"/>
                </a:solidFill>
                <a:latin typeface="Arial"/>
                <a:cs typeface="Arial"/>
                <a:hlinkClick r:id="rId5" action="ppaction://hlinksldjump"/>
              </a:rPr>
              <a:t>Proposed</a:t>
            </a:r>
            <a:r>
              <a:rPr dirty="0" sz="550" spc="114">
                <a:solidFill>
                  <a:srgbClr val="585B66"/>
                </a:solidFill>
                <a:latin typeface="Arial"/>
                <a:cs typeface="Arial"/>
                <a:hlinkClick r:id="rId5" action="ppaction://hlinksldjump"/>
              </a:rPr>
              <a:t> </a:t>
            </a:r>
            <a:r>
              <a:rPr dirty="0" sz="550" spc="-10">
                <a:solidFill>
                  <a:srgbClr val="585B66"/>
                </a:solidFill>
                <a:latin typeface="Arial"/>
                <a:cs typeface="Arial"/>
                <a:hlinkClick r:id="rId5" action="ppaction://hlinksldjump"/>
              </a:rPr>
              <a:t>Solution</a:t>
            </a:r>
            <a:endParaRPr sz="550">
              <a:latin typeface="Arial"/>
              <a:cs typeface="Arial"/>
            </a:endParaRPr>
          </a:p>
          <a:p>
            <a:pPr marL="28575" marR="421640">
              <a:lnSpc>
                <a:spcPct val="166600"/>
              </a:lnSpc>
              <a:spcBef>
                <a:spcPts val="10"/>
              </a:spcBef>
            </a:pPr>
            <a:r>
              <a:rPr dirty="0" sz="550">
                <a:solidFill>
                  <a:srgbClr val="585B66"/>
                </a:solidFill>
                <a:latin typeface="Arial"/>
                <a:cs typeface="Arial"/>
                <a:hlinkClick r:id="rId6" action="ppaction://hlinksldjump"/>
              </a:rPr>
              <a:t>System</a:t>
            </a:r>
            <a:r>
              <a:rPr dirty="0" sz="550" spc="135">
                <a:solidFill>
                  <a:srgbClr val="585B66"/>
                </a:solidFill>
                <a:latin typeface="Arial"/>
                <a:cs typeface="Arial"/>
                <a:hlinkClick r:id="rId6" action="ppaction://hlinksldjump"/>
              </a:rPr>
              <a:t> </a:t>
            </a:r>
            <a:r>
              <a:rPr dirty="0" sz="550" spc="-10">
                <a:solidFill>
                  <a:srgbClr val="585B66"/>
                </a:solidFill>
                <a:latin typeface="Arial"/>
                <a:cs typeface="Arial"/>
                <a:hlinkClick r:id="rId6" action="ppaction://hlinksldjump"/>
              </a:rPr>
              <a:t>Architecture</a:t>
            </a:r>
            <a:r>
              <a:rPr dirty="0" sz="550" spc="500">
                <a:solidFill>
                  <a:srgbClr val="585B66"/>
                </a:solidFill>
                <a:latin typeface="Arial"/>
                <a:cs typeface="Arial"/>
              </a:rPr>
              <a:t> </a:t>
            </a:r>
            <a:r>
              <a:rPr dirty="0" sz="550" spc="-10">
                <a:solidFill>
                  <a:srgbClr val="585B66"/>
                </a:solidFill>
                <a:latin typeface="Arial"/>
                <a:cs typeface="Arial"/>
                <a:hlinkClick r:id="rId7" action="ppaction://hlinksldjump"/>
              </a:rPr>
              <a:t>Methodology</a:t>
            </a:r>
            <a:endParaRPr sz="550">
              <a:latin typeface="Arial"/>
              <a:cs typeface="Arial"/>
            </a:endParaRPr>
          </a:p>
          <a:p>
            <a:pPr marL="28575">
              <a:lnSpc>
                <a:spcPct val="100000"/>
              </a:lnSpc>
              <a:spcBef>
                <a:spcPts val="450"/>
              </a:spcBef>
            </a:pPr>
            <a:r>
              <a:rPr dirty="0" sz="550" spc="10">
                <a:solidFill>
                  <a:srgbClr val="585B66"/>
                </a:solidFill>
                <a:latin typeface="Arial"/>
                <a:cs typeface="Arial"/>
                <a:hlinkClick r:id="rId8" action="ppaction://hlinksldjump"/>
              </a:rPr>
              <a:t>Functional</a:t>
            </a:r>
            <a:r>
              <a:rPr dirty="0" sz="550" spc="85">
                <a:solidFill>
                  <a:srgbClr val="585B66"/>
                </a:solidFill>
                <a:latin typeface="Arial"/>
                <a:cs typeface="Arial"/>
                <a:hlinkClick r:id="rId8" action="ppaction://hlinksldjump"/>
              </a:rPr>
              <a:t> </a:t>
            </a:r>
            <a:r>
              <a:rPr dirty="0" sz="550" spc="-10">
                <a:solidFill>
                  <a:srgbClr val="585B66"/>
                </a:solidFill>
                <a:latin typeface="Arial"/>
                <a:cs typeface="Arial"/>
                <a:hlinkClick r:id="rId8" action="ppaction://hlinksldjump"/>
              </a:rPr>
              <a:t>Requirements</a:t>
            </a:r>
            <a:endParaRPr sz="550">
              <a:latin typeface="Arial"/>
              <a:cs typeface="Arial"/>
            </a:endParaRPr>
          </a:p>
          <a:p>
            <a:pPr marL="28575" marR="98425">
              <a:lnSpc>
                <a:spcPct val="166600"/>
              </a:lnSpc>
            </a:pPr>
            <a:r>
              <a:rPr dirty="0" sz="550" spc="10">
                <a:solidFill>
                  <a:srgbClr val="585B66"/>
                </a:solidFill>
                <a:latin typeface="Arial"/>
                <a:cs typeface="Arial"/>
                <a:hlinkClick r:id="rId9" action="ppaction://hlinksldjump"/>
              </a:rPr>
              <a:t>Non-Functional</a:t>
            </a:r>
            <a:r>
              <a:rPr dirty="0" sz="550" spc="125">
                <a:solidFill>
                  <a:srgbClr val="585B66"/>
                </a:solidFill>
                <a:latin typeface="Arial"/>
                <a:cs typeface="Arial"/>
                <a:hlinkClick r:id="rId9" action="ppaction://hlinksldjump"/>
              </a:rPr>
              <a:t> </a:t>
            </a:r>
            <a:r>
              <a:rPr dirty="0" sz="550" spc="-10">
                <a:solidFill>
                  <a:srgbClr val="585B66"/>
                </a:solidFill>
                <a:latin typeface="Arial"/>
                <a:cs typeface="Arial"/>
                <a:hlinkClick r:id="rId9" action="ppaction://hlinksldjump"/>
              </a:rPr>
              <a:t>Requirements</a:t>
            </a:r>
            <a:r>
              <a:rPr dirty="0" sz="550" spc="500">
                <a:solidFill>
                  <a:srgbClr val="585B66"/>
                </a:solidFill>
                <a:latin typeface="Arial"/>
                <a:cs typeface="Arial"/>
              </a:rPr>
              <a:t> </a:t>
            </a:r>
            <a:r>
              <a:rPr dirty="0" sz="550">
                <a:solidFill>
                  <a:srgbClr val="585B66"/>
                </a:solidFill>
                <a:latin typeface="Arial"/>
                <a:cs typeface="Arial"/>
                <a:hlinkClick r:id="rId10" action="ppaction://hlinksldjump"/>
              </a:rPr>
              <a:t>Hardware</a:t>
            </a:r>
            <a:r>
              <a:rPr dirty="0" sz="550" spc="150">
                <a:solidFill>
                  <a:srgbClr val="585B66"/>
                </a:solidFill>
                <a:latin typeface="Arial"/>
                <a:cs typeface="Arial"/>
                <a:hlinkClick r:id="rId10" action="ppaction://hlinksldjump"/>
              </a:rPr>
              <a:t> </a:t>
            </a:r>
            <a:r>
              <a:rPr dirty="0" sz="550" spc="-10">
                <a:solidFill>
                  <a:srgbClr val="585B66"/>
                </a:solidFill>
                <a:latin typeface="Arial"/>
                <a:cs typeface="Arial"/>
                <a:hlinkClick r:id="rId10" action="ppaction://hlinksldjump"/>
              </a:rPr>
              <a:t>Requirements</a:t>
            </a:r>
            <a:endParaRPr sz="550">
              <a:latin typeface="Arial"/>
              <a:cs typeface="Arial"/>
            </a:endParaRPr>
          </a:p>
          <a:p>
            <a:pPr marL="28575" marR="311150">
              <a:lnSpc>
                <a:spcPct val="166600"/>
              </a:lnSpc>
              <a:spcBef>
                <a:spcPts val="10"/>
              </a:spcBef>
            </a:pPr>
            <a:r>
              <a:rPr dirty="0" sz="550">
                <a:solidFill>
                  <a:srgbClr val="585B66"/>
                </a:solidFill>
                <a:latin typeface="Arial"/>
                <a:cs typeface="Arial"/>
                <a:hlinkClick r:id="rId11" action="ppaction://hlinksldjump"/>
              </a:rPr>
              <a:t>Software</a:t>
            </a:r>
            <a:r>
              <a:rPr dirty="0" sz="550" spc="150">
                <a:solidFill>
                  <a:srgbClr val="585B66"/>
                </a:solidFill>
                <a:latin typeface="Arial"/>
                <a:cs typeface="Arial"/>
                <a:hlinkClick r:id="rId11" action="ppaction://hlinksldjump"/>
              </a:rPr>
              <a:t> </a:t>
            </a:r>
            <a:r>
              <a:rPr dirty="0" sz="550" spc="-10">
                <a:solidFill>
                  <a:srgbClr val="585B66"/>
                </a:solidFill>
                <a:latin typeface="Arial"/>
                <a:cs typeface="Arial"/>
                <a:hlinkClick r:id="rId11" action="ppaction://hlinksldjump"/>
              </a:rPr>
              <a:t>Requirements</a:t>
            </a:r>
            <a:r>
              <a:rPr dirty="0" sz="550" spc="500">
                <a:solidFill>
                  <a:srgbClr val="585B66"/>
                </a:solidFill>
                <a:latin typeface="Arial"/>
                <a:cs typeface="Arial"/>
              </a:rPr>
              <a:t> </a:t>
            </a:r>
            <a:r>
              <a:rPr dirty="0" sz="550" spc="-10">
                <a:solidFill>
                  <a:srgbClr val="0B4CB2"/>
                </a:solidFill>
                <a:latin typeface="Arial"/>
                <a:cs typeface="Arial"/>
                <a:hlinkClick r:id="rId12" action="ppaction://hlinksldjump"/>
              </a:rPr>
              <a:t>Result</a:t>
            </a:r>
            <a:endParaRPr sz="550">
              <a:latin typeface="Arial"/>
              <a:cs typeface="Arial"/>
            </a:endParaRPr>
          </a:p>
          <a:p>
            <a:pPr marL="28575" marR="640715">
              <a:lnSpc>
                <a:spcPts val="1000"/>
              </a:lnSpc>
              <a:spcBef>
                <a:spcPts val="90"/>
              </a:spcBef>
            </a:pPr>
            <a:r>
              <a:rPr dirty="0" sz="550" spc="-10">
                <a:solidFill>
                  <a:srgbClr val="585B66"/>
                </a:solidFill>
                <a:latin typeface="Arial"/>
                <a:cs typeface="Arial"/>
                <a:hlinkClick r:id="rId13" action="ppaction://hlinksldjump"/>
              </a:rPr>
              <a:t>Conclusion</a:t>
            </a:r>
            <a:r>
              <a:rPr dirty="0" sz="550" spc="500">
                <a:solidFill>
                  <a:srgbClr val="585B66"/>
                </a:solidFill>
                <a:latin typeface="Arial"/>
                <a:cs typeface="Arial"/>
              </a:rPr>
              <a:t> </a:t>
            </a:r>
            <a:r>
              <a:rPr dirty="0" sz="550">
                <a:solidFill>
                  <a:srgbClr val="585B66"/>
                </a:solidFill>
                <a:latin typeface="Arial"/>
                <a:cs typeface="Arial"/>
                <a:hlinkClick r:id="rId14" action="ppaction://hlinksldjump"/>
              </a:rPr>
              <a:t>Future</a:t>
            </a:r>
            <a:r>
              <a:rPr dirty="0" sz="550" spc="120">
                <a:solidFill>
                  <a:srgbClr val="585B66"/>
                </a:solidFill>
                <a:latin typeface="Arial"/>
                <a:cs typeface="Arial"/>
                <a:hlinkClick r:id="rId14" action="ppaction://hlinksldjump"/>
              </a:rPr>
              <a:t> </a:t>
            </a:r>
            <a:r>
              <a:rPr dirty="0" sz="550" spc="-10">
                <a:solidFill>
                  <a:srgbClr val="585B66"/>
                </a:solidFill>
                <a:latin typeface="Arial"/>
                <a:cs typeface="Arial"/>
                <a:hlinkClick r:id="rId14" action="ppaction://hlinksldjump"/>
              </a:rPr>
              <a:t>Scope</a:t>
            </a:r>
            <a:endParaRPr sz="550">
              <a:latin typeface="Arial"/>
              <a:cs typeface="Arial"/>
            </a:endParaRPr>
          </a:p>
          <a:p>
            <a:pPr marL="28575">
              <a:lnSpc>
                <a:spcPct val="100000"/>
              </a:lnSpc>
              <a:spcBef>
                <a:spcPts val="365"/>
              </a:spcBef>
            </a:pPr>
            <a:r>
              <a:rPr dirty="0" sz="550" spc="-10">
                <a:solidFill>
                  <a:srgbClr val="585B66"/>
                </a:solidFill>
                <a:latin typeface="Arial"/>
                <a:cs typeface="Arial"/>
                <a:hlinkClick r:id="rId15" action="ppaction://hlinksldjump"/>
              </a:rPr>
              <a:t>References</a:t>
            </a:r>
            <a:endParaRPr sz="550">
              <a:latin typeface="Arial"/>
              <a:cs typeface="Arial"/>
            </a:endParaRPr>
          </a:p>
        </p:txBody>
      </p:sp>
      <p:pic>
        <p:nvPicPr>
          <p:cNvPr id="8" name="object 8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1422031" y="895300"/>
            <a:ext cx="4085945" cy="1848890"/>
          </a:xfrm>
          <a:prstGeom prst="rect">
            <a:avLst/>
          </a:prstGeom>
        </p:spPr>
      </p:pic>
    </p:spTree>
  </p:cSld>
  <p:clrMapOvr>
    <a:masterClrMapping/>
  </p:clrMapOvr>
  <p:transition spd="fast">
    <p:cut thruBlk="0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8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pc="-10"/>
              <a:t>Conclusion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5256733" y="217041"/>
            <a:ext cx="264160" cy="126364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650">
                <a:solidFill>
                  <a:srgbClr val="787D86"/>
                </a:solidFill>
                <a:latin typeface="Arial"/>
                <a:cs typeface="Arial"/>
              </a:rPr>
              <a:t>21</a:t>
            </a:r>
            <a:r>
              <a:rPr dirty="0" sz="650" spc="-65">
                <a:solidFill>
                  <a:srgbClr val="787D86"/>
                </a:solidFill>
                <a:latin typeface="Arial"/>
                <a:cs typeface="Arial"/>
              </a:rPr>
              <a:t> </a:t>
            </a:r>
            <a:r>
              <a:rPr dirty="0" sz="650">
                <a:solidFill>
                  <a:srgbClr val="787D86"/>
                </a:solidFill>
                <a:latin typeface="Arial"/>
                <a:cs typeface="Arial"/>
              </a:rPr>
              <a:t>/</a:t>
            </a:r>
            <a:r>
              <a:rPr dirty="0" sz="650" spc="-65">
                <a:solidFill>
                  <a:srgbClr val="787D86"/>
                </a:solidFill>
                <a:latin typeface="Arial"/>
                <a:cs typeface="Arial"/>
              </a:rPr>
              <a:t> </a:t>
            </a:r>
            <a:r>
              <a:rPr dirty="0" sz="650" spc="-25">
                <a:solidFill>
                  <a:srgbClr val="787D86"/>
                </a:solidFill>
                <a:latin typeface="Arial"/>
                <a:cs typeface="Arial"/>
              </a:rPr>
              <a:t>24</a:t>
            </a:r>
            <a:endParaRPr sz="650">
              <a:latin typeface="Arial"/>
              <a:cs typeface="Arial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36639" y="906851"/>
            <a:ext cx="1015365" cy="151257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358140">
              <a:lnSpc>
                <a:spcPct val="150500"/>
              </a:lnSpc>
              <a:spcBef>
                <a:spcPts val="95"/>
              </a:spcBef>
            </a:pPr>
            <a:r>
              <a:rPr dirty="0" sz="550" spc="-10">
                <a:solidFill>
                  <a:srgbClr val="585B66"/>
                </a:solidFill>
                <a:latin typeface="Arial"/>
                <a:cs typeface="Arial"/>
                <a:hlinkClick r:id="rId2" action="ppaction://hlinksldjump"/>
              </a:rPr>
              <a:t>Introduction</a:t>
            </a:r>
            <a:r>
              <a:rPr dirty="0" sz="550" spc="500">
                <a:solidFill>
                  <a:srgbClr val="585B66"/>
                </a:solidFill>
                <a:latin typeface="Arial"/>
                <a:cs typeface="Arial"/>
              </a:rPr>
              <a:t> </a:t>
            </a:r>
            <a:r>
              <a:rPr dirty="0" sz="550">
                <a:solidFill>
                  <a:srgbClr val="585B66"/>
                </a:solidFill>
                <a:latin typeface="Arial"/>
                <a:cs typeface="Arial"/>
                <a:hlinkClick r:id="rId3" action="ppaction://hlinksldjump"/>
              </a:rPr>
              <a:t>Problem</a:t>
            </a:r>
            <a:r>
              <a:rPr dirty="0" sz="550" spc="125">
                <a:solidFill>
                  <a:srgbClr val="585B66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dirty="0" sz="550" spc="-10">
                <a:solidFill>
                  <a:srgbClr val="585B66"/>
                </a:solidFill>
                <a:latin typeface="Arial"/>
                <a:cs typeface="Arial"/>
                <a:hlinkClick r:id="rId3" action="ppaction://hlinksldjump"/>
              </a:rPr>
              <a:t>Statement</a:t>
            </a:r>
            <a:r>
              <a:rPr dirty="0" sz="550" spc="500">
                <a:solidFill>
                  <a:srgbClr val="585B66"/>
                </a:solidFill>
                <a:latin typeface="Arial"/>
                <a:cs typeface="Arial"/>
              </a:rPr>
              <a:t> </a:t>
            </a:r>
            <a:r>
              <a:rPr dirty="0" sz="550" spc="10">
                <a:solidFill>
                  <a:srgbClr val="585B66"/>
                </a:solidFill>
                <a:latin typeface="Arial"/>
                <a:cs typeface="Arial"/>
                <a:hlinkClick r:id="rId4" action="ppaction://hlinksldjump"/>
              </a:rPr>
              <a:t>Literature</a:t>
            </a:r>
            <a:r>
              <a:rPr dirty="0" sz="550" spc="70">
                <a:solidFill>
                  <a:srgbClr val="585B66"/>
                </a:solidFill>
                <a:latin typeface="Arial"/>
                <a:cs typeface="Arial"/>
                <a:hlinkClick r:id="rId4" action="ppaction://hlinksldjump"/>
              </a:rPr>
              <a:t> </a:t>
            </a:r>
            <a:r>
              <a:rPr dirty="0" sz="550" spc="-10">
                <a:solidFill>
                  <a:srgbClr val="585B66"/>
                </a:solidFill>
                <a:latin typeface="Arial"/>
                <a:cs typeface="Arial"/>
                <a:hlinkClick r:id="rId4" action="ppaction://hlinksldjump"/>
              </a:rPr>
              <a:t>Review</a:t>
            </a:r>
            <a:r>
              <a:rPr dirty="0" sz="550" spc="500">
                <a:solidFill>
                  <a:srgbClr val="585B66"/>
                </a:solidFill>
                <a:latin typeface="Arial"/>
                <a:cs typeface="Arial"/>
              </a:rPr>
              <a:t> </a:t>
            </a:r>
            <a:r>
              <a:rPr dirty="0" sz="550" spc="10">
                <a:solidFill>
                  <a:srgbClr val="585B66"/>
                </a:solidFill>
                <a:latin typeface="Arial"/>
                <a:cs typeface="Arial"/>
                <a:hlinkClick r:id="rId5" action="ppaction://hlinksldjump"/>
              </a:rPr>
              <a:t>Proposed</a:t>
            </a:r>
            <a:r>
              <a:rPr dirty="0" sz="550" spc="114">
                <a:solidFill>
                  <a:srgbClr val="585B66"/>
                </a:solidFill>
                <a:latin typeface="Arial"/>
                <a:cs typeface="Arial"/>
                <a:hlinkClick r:id="rId5" action="ppaction://hlinksldjump"/>
              </a:rPr>
              <a:t> </a:t>
            </a:r>
            <a:r>
              <a:rPr dirty="0" sz="550" spc="-10">
                <a:solidFill>
                  <a:srgbClr val="585B66"/>
                </a:solidFill>
                <a:latin typeface="Arial"/>
                <a:cs typeface="Arial"/>
                <a:hlinkClick r:id="rId5" action="ppaction://hlinksldjump"/>
              </a:rPr>
              <a:t>Solution</a:t>
            </a:r>
            <a:endParaRPr sz="550">
              <a:latin typeface="Arial"/>
              <a:cs typeface="Arial"/>
            </a:endParaRPr>
          </a:p>
          <a:p>
            <a:pPr marL="12700" marR="327660">
              <a:lnSpc>
                <a:spcPct val="166600"/>
              </a:lnSpc>
              <a:spcBef>
                <a:spcPts val="10"/>
              </a:spcBef>
            </a:pPr>
            <a:r>
              <a:rPr dirty="0" sz="550">
                <a:solidFill>
                  <a:srgbClr val="585B66"/>
                </a:solidFill>
                <a:latin typeface="Arial"/>
                <a:cs typeface="Arial"/>
                <a:hlinkClick r:id="rId6" action="ppaction://hlinksldjump"/>
              </a:rPr>
              <a:t>System</a:t>
            </a:r>
            <a:r>
              <a:rPr dirty="0" sz="550" spc="135">
                <a:solidFill>
                  <a:srgbClr val="585B66"/>
                </a:solidFill>
                <a:latin typeface="Arial"/>
                <a:cs typeface="Arial"/>
                <a:hlinkClick r:id="rId6" action="ppaction://hlinksldjump"/>
              </a:rPr>
              <a:t> </a:t>
            </a:r>
            <a:r>
              <a:rPr dirty="0" sz="550" spc="-10">
                <a:solidFill>
                  <a:srgbClr val="585B66"/>
                </a:solidFill>
                <a:latin typeface="Arial"/>
                <a:cs typeface="Arial"/>
                <a:hlinkClick r:id="rId6" action="ppaction://hlinksldjump"/>
              </a:rPr>
              <a:t>Architecture</a:t>
            </a:r>
            <a:r>
              <a:rPr dirty="0" sz="550" spc="500">
                <a:solidFill>
                  <a:srgbClr val="585B66"/>
                </a:solidFill>
                <a:latin typeface="Arial"/>
                <a:cs typeface="Arial"/>
              </a:rPr>
              <a:t> </a:t>
            </a:r>
            <a:r>
              <a:rPr dirty="0" sz="550" spc="-10">
                <a:solidFill>
                  <a:srgbClr val="585B66"/>
                </a:solidFill>
                <a:latin typeface="Arial"/>
                <a:cs typeface="Arial"/>
                <a:hlinkClick r:id="rId7" action="ppaction://hlinksldjump"/>
              </a:rPr>
              <a:t>Methodology</a:t>
            </a:r>
            <a:endParaRPr sz="5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50"/>
              </a:spcBef>
            </a:pPr>
            <a:r>
              <a:rPr dirty="0" sz="550" spc="10">
                <a:solidFill>
                  <a:srgbClr val="585B66"/>
                </a:solidFill>
                <a:latin typeface="Arial"/>
                <a:cs typeface="Arial"/>
                <a:hlinkClick r:id="rId8" action="ppaction://hlinksldjump"/>
              </a:rPr>
              <a:t>Functional</a:t>
            </a:r>
            <a:r>
              <a:rPr dirty="0" sz="550" spc="85">
                <a:solidFill>
                  <a:srgbClr val="585B66"/>
                </a:solidFill>
                <a:latin typeface="Arial"/>
                <a:cs typeface="Arial"/>
                <a:hlinkClick r:id="rId8" action="ppaction://hlinksldjump"/>
              </a:rPr>
              <a:t> </a:t>
            </a:r>
            <a:r>
              <a:rPr dirty="0" sz="550" spc="-10">
                <a:solidFill>
                  <a:srgbClr val="585B66"/>
                </a:solidFill>
                <a:latin typeface="Arial"/>
                <a:cs typeface="Arial"/>
                <a:hlinkClick r:id="rId8" action="ppaction://hlinksldjump"/>
              </a:rPr>
              <a:t>Requirements</a:t>
            </a:r>
            <a:endParaRPr sz="550">
              <a:latin typeface="Arial"/>
              <a:cs typeface="Arial"/>
            </a:endParaRPr>
          </a:p>
          <a:p>
            <a:pPr marL="12700" marR="5080">
              <a:lnSpc>
                <a:spcPct val="166600"/>
              </a:lnSpc>
            </a:pPr>
            <a:r>
              <a:rPr dirty="0" sz="550" spc="10">
                <a:solidFill>
                  <a:srgbClr val="585B66"/>
                </a:solidFill>
                <a:latin typeface="Arial"/>
                <a:cs typeface="Arial"/>
                <a:hlinkClick r:id="rId9" action="ppaction://hlinksldjump"/>
              </a:rPr>
              <a:t>Non-Functional</a:t>
            </a:r>
            <a:r>
              <a:rPr dirty="0" sz="550" spc="125">
                <a:solidFill>
                  <a:srgbClr val="585B66"/>
                </a:solidFill>
                <a:latin typeface="Arial"/>
                <a:cs typeface="Arial"/>
                <a:hlinkClick r:id="rId9" action="ppaction://hlinksldjump"/>
              </a:rPr>
              <a:t> </a:t>
            </a:r>
            <a:r>
              <a:rPr dirty="0" sz="550" spc="-10">
                <a:solidFill>
                  <a:srgbClr val="585B66"/>
                </a:solidFill>
                <a:latin typeface="Arial"/>
                <a:cs typeface="Arial"/>
                <a:hlinkClick r:id="rId9" action="ppaction://hlinksldjump"/>
              </a:rPr>
              <a:t>Requirements</a:t>
            </a:r>
            <a:r>
              <a:rPr dirty="0" sz="550" spc="500">
                <a:solidFill>
                  <a:srgbClr val="585B66"/>
                </a:solidFill>
                <a:latin typeface="Arial"/>
                <a:cs typeface="Arial"/>
              </a:rPr>
              <a:t> </a:t>
            </a:r>
            <a:r>
              <a:rPr dirty="0" sz="550">
                <a:solidFill>
                  <a:srgbClr val="585B66"/>
                </a:solidFill>
                <a:latin typeface="Arial"/>
                <a:cs typeface="Arial"/>
                <a:hlinkClick r:id="rId10" action="ppaction://hlinksldjump"/>
              </a:rPr>
              <a:t>Hardware</a:t>
            </a:r>
            <a:r>
              <a:rPr dirty="0" sz="550" spc="150">
                <a:solidFill>
                  <a:srgbClr val="585B66"/>
                </a:solidFill>
                <a:latin typeface="Arial"/>
                <a:cs typeface="Arial"/>
                <a:hlinkClick r:id="rId10" action="ppaction://hlinksldjump"/>
              </a:rPr>
              <a:t> </a:t>
            </a:r>
            <a:r>
              <a:rPr dirty="0" sz="550" spc="-10">
                <a:solidFill>
                  <a:srgbClr val="585B66"/>
                </a:solidFill>
                <a:latin typeface="Arial"/>
                <a:cs typeface="Arial"/>
                <a:hlinkClick r:id="rId10" action="ppaction://hlinksldjump"/>
              </a:rPr>
              <a:t>Requirements</a:t>
            </a:r>
            <a:endParaRPr sz="550">
              <a:latin typeface="Arial"/>
              <a:cs typeface="Arial"/>
            </a:endParaRPr>
          </a:p>
          <a:p>
            <a:pPr marL="12700" marR="217170">
              <a:lnSpc>
                <a:spcPct val="166600"/>
              </a:lnSpc>
              <a:spcBef>
                <a:spcPts val="10"/>
              </a:spcBef>
            </a:pPr>
            <a:r>
              <a:rPr dirty="0" sz="550">
                <a:solidFill>
                  <a:srgbClr val="585B66"/>
                </a:solidFill>
                <a:latin typeface="Arial"/>
                <a:cs typeface="Arial"/>
                <a:hlinkClick r:id="rId11" action="ppaction://hlinksldjump"/>
              </a:rPr>
              <a:t>Software</a:t>
            </a:r>
            <a:r>
              <a:rPr dirty="0" sz="550" spc="150">
                <a:solidFill>
                  <a:srgbClr val="585B66"/>
                </a:solidFill>
                <a:latin typeface="Arial"/>
                <a:cs typeface="Arial"/>
                <a:hlinkClick r:id="rId11" action="ppaction://hlinksldjump"/>
              </a:rPr>
              <a:t> </a:t>
            </a:r>
            <a:r>
              <a:rPr dirty="0" sz="550" spc="-10">
                <a:solidFill>
                  <a:srgbClr val="585B66"/>
                </a:solidFill>
                <a:latin typeface="Arial"/>
                <a:cs typeface="Arial"/>
                <a:hlinkClick r:id="rId11" action="ppaction://hlinksldjump"/>
              </a:rPr>
              <a:t>Requirements</a:t>
            </a:r>
            <a:r>
              <a:rPr dirty="0" sz="550" spc="500">
                <a:solidFill>
                  <a:srgbClr val="585B66"/>
                </a:solidFill>
                <a:latin typeface="Arial"/>
                <a:cs typeface="Arial"/>
              </a:rPr>
              <a:t> </a:t>
            </a:r>
            <a:r>
              <a:rPr dirty="0" sz="550" spc="-10">
                <a:solidFill>
                  <a:srgbClr val="585B66"/>
                </a:solidFill>
                <a:latin typeface="Arial"/>
                <a:cs typeface="Arial"/>
                <a:hlinkClick r:id="rId12" action="ppaction://hlinksldjump"/>
              </a:rPr>
              <a:t>Result</a:t>
            </a:r>
            <a:endParaRPr sz="55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547241" y="709344"/>
            <a:ext cx="3944620" cy="174243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635" marR="186690" indent="-115570">
              <a:lnSpc>
                <a:spcPct val="104900"/>
              </a:lnSpc>
              <a:spcBef>
                <a:spcPts val="100"/>
              </a:spcBef>
              <a:buClr>
                <a:srgbClr val="0B4CB2"/>
              </a:buClr>
              <a:buSzPct val="73684"/>
              <a:buFont typeface="Arial"/>
              <a:buChar char="•"/>
              <a:tabLst>
                <a:tab pos="127635" algn="l"/>
              </a:tabLst>
            </a:pPr>
            <a:r>
              <a:rPr dirty="0" sz="950" spc="-20">
                <a:solidFill>
                  <a:srgbClr val="131318"/>
                </a:solidFill>
                <a:latin typeface="Arial"/>
                <a:cs typeface="Arial"/>
              </a:rPr>
              <a:t>TrustLC</a:t>
            </a:r>
            <a:r>
              <a:rPr dirty="0" sz="950" spc="-15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31318"/>
                </a:solidFill>
                <a:latin typeface="Arial"/>
                <a:cs typeface="Arial"/>
              </a:rPr>
              <a:t>implements</a:t>
            </a:r>
            <a:r>
              <a:rPr dirty="0" sz="950" spc="-15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31318"/>
                </a:solidFill>
                <a:latin typeface="Arial"/>
                <a:cs typeface="Arial"/>
              </a:rPr>
              <a:t>a</a:t>
            </a:r>
            <a:r>
              <a:rPr dirty="0" sz="950" spc="-10">
                <a:solidFill>
                  <a:srgbClr val="131318"/>
                </a:solidFill>
                <a:latin typeface="Arial"/>
                <a:cs typeface="Arial"/>
              </a:rPr>
              <a:t> deal-</a:t>
            </a:r>
            <a:r>
              <a:rPr dirty="0" sz="950">
                <a:solidFill>
                  <a:srgbClr val="131318"/>
                </a:solidFill>
                <a:latin typeface="Arial"/>
                <a:cs typeface="Arial"/>
              </a:rPr>
              <a:t>specific</a:t>
            </a:r>
            <a:r>
              <a:rPr dirty="0" sz="950" spc="-15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31318"/>
                </a:solidFill>
                <a:latin typeface="Arial"/>
                <a:cs typeface="Arial"/>
              </a:rPr>
              <a:t>Solidity</a:t>
            </a:r>
            <a:r>
              <a:rPr dirty="0" sz="950" spc="-10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31318"/>
                </a:solidFill>
                <a:latin typeface="Arial"/>
                <a:cs typeface="Arial"/>
              </a:rPr>
              <a:t>escrow</a:t>
            </a:r>
            <a:r>
              <a:rPr dirty="0" sz="950" spc="-15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31318"/>
                </a:solidFill>
                <a:latin typeface="Arial"/>
                <a:cs typeface="Arial"/>
              </a:rPr>
              <a:t>with</a:t>
            </a:r>
            <a:r>
              <a:rPr dirty="0" sz="950" spc="-10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31318"/>
                </a:solidFill>
                <a:latin typeface="Arial"/>
                <a:cs typeface="Arial"/>
              </a:rPr>
              <a:t>a</a:t>
            </a:r>
            <a:r>
              <a:rPr dirty="0" sz="950" spc="-15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950" spc="-10">
                <a:solidFill>
                  <a:srgbClr val="131318"/>
                </a:solidFill>
                <a:latin typeface="Arial"/>
                <a:cs typeface="Arial"/>
              </a:rPr>
              <a:t>defined lifecycle, </a:t>
            </a:r>
            <a:r>
              <a:rPr dirty="0" sz="950">
                <a:solidFill>
                  <a:srgbClr val="131318"/>
                </a:solidFill>
                <a:latin typeface="Arial"/>
                <a:cs typeface="Arial"/>
              </a:rPr>
              <a:t>threshold</a:t>
            </a:r>
            <a:r>
              <a:rPr dirty="0" sz="950" spc="-5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31318"/>
                </a:solidFill>
                <a:latin typeface="Arial"/>
                <a:cs typeface="Arial"/>
              </a:rPr>
              <a:t>attestation,</a:t>
            </a:r>
            <a:r>
              <a:rPr dirty="0" sz="950" spc="-5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31318"/>
                </a:solidFill>
                <a:latin typeface="Arial"/>
                <a:cs typeface="Arial"/>
              </a:rPr>
              <a:t>staking,</a:t>
            </a:r>
            <a:r>
              <a:rPr dirty="0" sz="950" spc="-10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31318"/>
                </a:solidFill>
                <a:latin typeface="Arial"/>
                <a:cs typeface="Arial"/>
              </a:rPr>
              <a:t>dispute</a:t>
            </a:r>
            <a:r>
              <a:rPr dirty="0" sz="950" spc="-5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31318"/>
                </a:solidFill>
                <a:latin typeface="Arial"/>
                <a:cs typeface="Arial"/>
              </a:rPr>
              <a:t>handling</a:t>
            </a:r>
            <a:r>
              <a:rPr dirty="0" sz="950" spc="-5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31318"/>
                </a:solidFill>
                <a:latin typeface="Arial"/>
                <a:cs typeface="Arial"/>
              </a:rPr>
              <a:t>and</a:t>
            </a:r>
            <a:r>
              <a:rPr dirty="0" sz="950" spc="-10">
                <a:solidFill>
                  <a:srgbClr val="131318"/>
                </a:solidFill>
                <a:latin typeface="Arial"/>
                <a:cs typeface="Arial"/>
              </a:rPr>
              <a:t> timeout recovery.</a:t>
            </a:r>
            <a:endParaRPr sz="950">
              <a:latin typeface="Arial"/>
              <a:cs typeface="Arial"/>
            </a:endParaRPr>
          </a:p>
          <a:p>
            <a:pPr marL="127635" marR="309245" indent="-115570">
              <a:lnSpc>
                <a:spcPct val="104900"/>
              </a:lnSpc>
              <a:spcBef>
                <a:spcPts val="520"/>
              </a:spcBef>
              <a:buClr>
                <a:srgbClr val="0B4CB2"/>
              </a:buClr>
              <a:buSzPct val="73684"/>
              <a:buFont typeface="Arial"/>
              <a:buChar char="•"/>
              <a:tabLst>
                <a:tab pos="127635" algn="l"/>
              </a:tabLst>
            </a:pPr>
            <a:r>
              <a:rPr dirty="0" sz="950">
                <a:solidFill>
                  <a:srgbClr val="131318"/>
                </a:solidFill>
                <a:latin typeface="Arial"/>
                <a:cs typeface="Arial"/>
              </a:rPr>
              <a:t>The</a:t>
            </a:r>
            <a:r>
              <a:rPr dirty="0" sz="950" spc="-30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31318"/>
                </a:solidFill>
                <a:latin typeface="Arial"/>
                <a:cs typeface="Arial"/>
              </a:rPr>
              <a:t>mock</a:t>
            </a:r>
            <a:r>
              <a:rPr dirty="0" sz="950" spc="-25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31318"/>
                </a:solidFill>
                <a:latin typeface="Arial"/>
                <a:cs typeface="Arial"/>
              </a:rPr>
              <a:t>customs</a:t>
            </a:r>
            <a:r>
              <a:rPr dirty="0" sz="950" spc="-30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31318"/>
                </a:solidFill>
                <a:latin typeface="Arial"/>
                <a:cs typeface="Arial"/>
              </a:rPr>
              <a:t>portal</a:t>
            </a:r>
            <a:r>
              <a:rPr dirty="0" sz="950" spc="-25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31318"/>
                </a:solidFill>
                <a:latin typeface="Arial"/>
                <a:cs typeface="Arial"/>
              </a:rPr>
              <a:t>provides</a:t>
            </a:r>
            <a:r>
              <a:rPr dirty="0" sz="950" spc="-25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31318"/>
                </a:solidFill>
                <a:latin typeface="Arial"/>
                <a:cs typeface="Arial"/>
              </a:rPr>
              <a:t>a</a:t>
            </a:r>
            <a:r>
              <a:rPr dirty="0" sz="950" spc="-30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31318"/>
                </a:solidFill>
                <a:latin typeface="Arial"/>
                <a:cs typeface="Arial"/>
              </a:rPr>
              <a:t>stable,</a:t>
            </a:r>
            <a:r>
              <a:rPr dirty="0" sz="950" spc="-25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31318"/>
                </a:solidFill>
                <a:latin typeface="Arial"/>
                <a:cs typeface="Arial"/>
              </a:rPr>
              <a:t>hash-verifiable</a:t>
            </a:r>
            <a:r>
              <a:rPr dirty="0" sz="950" spc="-25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950" spc="-10">
                <a:solidFill>
                  <a:srgbClr val="131318"/>
                </a:solidFill>
                <a:latin typeface="Arial"/>
                <a:cs typeface="Arial"/>
              </a:rPr>
              <a:t>record </a:t>
            </a:r>
            <a:r>
              <a:rPr dirty="0" sz="950">
                <a:solidFill>
                  <a:srgbClr val="131318"/>
                </a:solidFill>
                <a:latin typeface="Arial"/>
                <a:cs typeface="Arial"/>
              </a:rPr>
              <a:t>surface;</a:t>
            </a:r>
            <a:r>
              <a:rPr dirty="0" sz="950" spc="-20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31318"/>
                </a:solidFill>
                <a:latin typeface="Arial"/>
                <a:cs typeface="Arial"/>
              </a:rPr>
              <a:t>the</a:t>
            </a:r>
            <a:r>
              <a:rPr dirty="0" sz="950" spc="-20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31318"/>
                </a:solidFill>
                <a:latin typeface="Arial"/>
                <a:cs typeface="Arial"/>
              </a:rPr>
              <a:t>React</a:t>
            </a:r>
            <a:r>
              <a:rPr dirty="0" sz="950" spc="-20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31318"/>
                </a:solidFill>
                <a:latin typeface="Arial"/>
                <a:cs typeface="Arial"/>
              </a:rPr>
              <a:t>dApp</a:t>
            </a:r>
            <a:r>
              <a:rPr dirty="0" sz="950" spc="-20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31318"/>
                </a:solidFill>
                <a:latin typeface="Arial"/>
                <a:cs typeface="Arial"/>
              </a:rPr>
              <a:t>enables</a:t>
            </a:r>
            <a:r>
              <a:rPr dirty="0" sz="950" spc="-20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31318"/>
                </a:solidFill>
                <a:latin typeface="Arial"/>
                <a:cs typeface="Arial"/>
              </a:rPr>
              <a:t>participants</a:t>
            </a:r>
            <a:r>
              <a:rPr dirty="0" sz="950" spc="-20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31318"/>
                </a:solidFill>
                <a:latin typeface="Arial"/>
                <a:cs typeface="Arial"/>
              </a:rPr>
              <a:t>to</a:t>
            </a:r>
            <a:r>
              <a:rPr dirty="0" sz="950" spc="-20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31318"/>
                </a:solidFill>
                <a:latin typeface="Arial"/>
                <a:cs typeface="Arial"/>
              </a:rPr>
              <a:t>interact</a:t>
            </a:r>
            <a:r>
              <a:rPr dirty="0" sz="950" spc="-20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950" spc="-10">
                <a:solidFill>
                  <a:srgbClr val="131318"/>
                </a:solidFill>
                <a:latin typeface="Arial"/>
                <a:cs typeface="Arial"/>
              </a:rPr>
              <a:t>through wallet-</a:t>
            </a:r>
            <a:r>
              <a:rPr dirty="0" sz="950">
                <a:solidFill>
                  <a:srgbClr val="131318"/>
                </a:solidFill>
                <a:latin typeface="Arial"/>
                <a:cs typeface="Arial"/>
              </a:rPr>
              <a:t>derived</a:t>
            </a:r>
            <a:r>
              <a:rPr dirty="0" sz="950" spc="20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950" spc="-10">
                <a:solidFill>
                  <a:srgbClr val="131318"/>
                </a:solidFill>
                <a:latin typeface="Arial"/>
                <a:cs typeface="Arial"/>
              </a:rPr>
              <a:t>roles.</a:t>
            </a:r>
            <a:endParaRPr sz="950">
              <a:latin typeface="Arial"/>
              <a:cs typeface="Arial"/>
            </a:endParaRPr>
          </a:p>
          <a:p>
            <a:pPr marL="127635" marR="88265" indent="-115570">
              <a:lnSpc>
                <a:spcPct val="104900"/>
              </a:lnSpc>
              <a:spcBef>
                <a:spcPts val="520"/>
              </a:spcBef>
              <a:buClr>
                <a:srgbClr val="0B4CB2"/>
              </a:buClr>
              <a:buSzPct val="73684"/>
              <a:buFont typeface="Arial"/>
              <a:buChar char="•"/>
              <a:tabLst>
                <a:tab pos="127635" algn="l"/>
              </a:tabLst>
            </a:pPr>
            <a:r>
              <a:rPr dirty="0" sz="950">
                <a:solidFill>
                  <a:srgbClr val="131318"/>
                </a:solidFill>
                <a:latin typeface="Arial"/>
                <a:cs typeface="Arial"/>
              </a:rPr>
              <a:t>The</a:t>
            </a:r>
            <a:r>
              <a:rPr dirty="0" sz="950" spc="-15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31318"/>
                </a:solidFill>
                <a:latin typeface="Arial"/>
                <a:cs typeface="Arial"/>
              </a:rPr>
              <a:t>main</a:t>
            </a:r>
            <a:r>
              <a:rPr dirty="0" sz="950" spc="-15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31318"/>
                </a:solidFill>
                <a:latin typeface="Arial"/>
                <a:cs typeface="Arial"/>
              </a:rPr>
              <a:t>contribution</a:t>
            </a:r>
            <a:r>
              <a:rPr dirty="0" sz="950" spc="-15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31318"/>
                </a:solidFill>
                <a:latin typeface="Arial"/>
                <a:cs typeface="Arial"/>
              </a:rPr>
              <a:t>is</a:t>
            </a:r>
            <a:r>
              <a:rPr dirty="0" sz="950" spc="-15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31318"/>
                </a:solidFill>
                <a:latin typeface="Arial"/>
                <a:cs typeface="Arial"/>
              </a:rPr>
              <a:t>the</a:t>
            </a:r>
            <a:r>
              <a:rPr dirty="0" sz="950" spc="-15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31318"/>
                </a:solidFill>
                <a:latin typeface="Arial"/>
                <a:cs typeface="Arial"/>
              </a:rPr>
              <a:t>intended</a:t>
            </a:r>
            <a:r>
              <a:rPr dirty="0" sz="950" spc="-15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31318"/>
                </a:solidFill>
                <a:latin typeface="Arial"/>
                <a:cs typeface="Arial"/>
              </a:rPr>
              <a:t>composition</a:t>
            </a:r>
            <a:r>
              <a:rPr dirty="0" sz="950" spc="-15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31318"/>
                </a:solidFill>
                <a:latin typeface="Arial"/>
                <a:cs typeface="Arial"/>
              </a:rPr>
              <a:t>of</a:t>
            </a:r>
            <a:r>
              <a:rPr dirty="0" sz="950" spc="-10">
                <a:solidFill>
                  <a:srgbClr val="131318"/>
                </a:solidFill>
                <a:latin typeface="Arial"/>
                <a:cs typeface="Arial"/>
              </a:rPr>
              <a:t> escrow, </a:t>
            </a:r>
            <a:r>
              <a:rPr dirty="0" sz="950">
                <a:solidFill>
                  <a:srgbClr val="131318"/>
                </a:solidFill>
                <a:latin typeface="Arial"/>
                <a:cs typeface="Arial"/>
              </a:rPr>
              <a:t>independent</a:t>
            </a:r>
            <a:r>
              <a:rPr dirty="0" sz="950" spc="-10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31318"/>
                </a:solidFill>
                <a:latin typeface="Arial"/>
                <a:cs typeface="Arial"/>
              </a:rPr>
              <a:t>quorum</a:t>
            </a:r>
            <a:r>
              <a:rPr dirty="0" sz="950" spc="-10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31318"/>
                </a:solidFill>
                <a:latin typeface="Arial"/>
                <a:cs typeface="Arial"/>
              </a:rPr>
              <a:t>and</a:t>
            </a:r>
            <a:r>
              <a:rPr dirty="0" sz="950" spc="-10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31318"/>
                </a:solidFill>
                <a:latin typeface="Arial"/>
                <a:cs typeface="Arial"/>
              </a:rPr>
              <a:t>cryptographic</a:t>
            </a:r>
            <a:r>
              <a:rPr dirty="0" sz="950" spc="-10">
                <a:solidFill>
                  <a:srgbClr val="131318"/>
                </a:solidFill>
                <a:latin typeface="Arial"/>
                <a:cs typeface="Arial"/>
              </a:rPr>
              <a:t> evidence </a:t>
            </a:r>
            <a:r>
              <a:rPr dirty="0" sz="950">
                <a:solidFill>
                  <a:srgbClr val="131318"/>
                </a:solidFill>
                <a:latin typeface="Arial"/>
                <a:cs typeface="Arial"/>
              </a:rPr>
              <a:t>for</a:t>
            </a:r>
            <a:r>
              <a:rPr dirty="0" sz="950" spc="-10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31318"/>
                </a:solidFill>
                <a:latin typeface="Arial"/>
                <a:cs typeface="Arial"/>
              </a:rPr>
              <a:t>trade</a:t>
            </a:r>
            <a:r>
              <a:rPr dirty="0" sz="950" spc="-10">
                <a:solidFill>
                  <a:srgbClr val="131318"/>
                </a:solidFill>
                <a:latin typeface="Arial"/>
                <a:cs typeface="Arial"/>
              </a:rPr>
              <a:t> milestones.</a:t>
            </a:r>
            <a:endParaRPr sz="950">
              <a:latin typeface="Arial"/>
              <a:cs typeface="Arial"/>
            </a:endParaRPr>
          </a:p>
          <a:p>
            <a:pPr marL="127635" marR="5080" indent="-115570">
              <a:lnSpc>
                <a:spcPct val="104900"/>
              </a:lnSpc>
              <a:spcBef>
                <a:spcPts val="520"/>
              </a:spcBef>
              <a:buClr>
                <a:srgbClr val="0B4CB2"/>
              </a:buClr>
              <a:buSzPct val="73684"/>
              <a:buFont typeface="Arial"/>
              <a:buChar char="•"/>
              <a:tabLst>
                <a:tab pos="127635" algn="l"/>
              </a:tabLst>
            </a:pPr>
            <a:r>
              <a:rPr dirty="0" sz="950">
                <a:solidFill>
                  <a:srgbClr val="131318"/>
                </a:solidFill>
                <a:latin typeface="Arial"/>
                <a:cs typeface="Arial"/>
              </a:rPr>
              <a:t>The</a:t>
            </a:r>
            <a:r>
              <a:rPr dirty="0" sz="950" spc="-15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31318"/>
                </a:solidFill>
                <a:latin typeface="Arial"/>
                <a:cs typeface="Arial"/>
              </a:rPr>
              <a:t>system</a:t>
            </a:r>
            <a:r>
              <a:rPr dirty="0" sz="950" spc="-15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31318"/>
                </a:solidFill>
                <a:latin typeface="Arial"/>
                <a:cs typeface="Arial"/>
              </a:rPr>
              <a:t>is</a:t>
            </a:r>
            <a:r>
              <a:rPr dirty="0" sz="950" spc="-10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31318"/>
                </a:solidFill>
                <a:latin typeface="Arial"/>
                <a:cs typeface="Arial"/>
              </a:rPr>
              <a:t>not</a:t>
            </a:r>
            <a:r>
              <a:rPr dirty="0" sz="950" spc="-15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31318"/>
                </a:solidFill>
                <a:latin typeface="Arial"/>
                <a:cs typeface="Arial"/>
              </a:rPr>
              <a:t>yet</a:t>
            </a:r>
            <a:r>
              <a:rPr dirty="0" sz="950" spc="-10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31318"/>
                </a:solidFill>
                <a:latin typeface="Arial"/>
                <a:cs typeface="Arial"/>
              </a:rPr>
              <a:t>fully</a:t>
            </a:r>
            <a:r>
              <a:rPr dirty="0" sz="950" spc="-15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950" spc="-10">
                <a:solidFill>
                  <a:srgbClr val="131318"/>
                </a:solidFill>
                <a:latin typeface="Arial"/>
                <a:cs typeface="Arial"/>
              </a:rPr>
              <a:t>trust-</a:t>
            </a:r>
            <a:r>
              <a:rPr dirty="0" sz="950">
                <a:solidFill>
                  <a:srgbClr val="131318"/>
                </a:solidFill>
                <a:latin typeface="Arial"/>
                <a:cs typeface="Arial"/>
              </a:rPr>
              <a:t>minimized:</a:t>
            </a:r>
            <a:r>
              <a:rPr dirty="0" sz="950" spc="50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31318"/>
                </a:solidFill>
                <a:latin typeface="Arial"/>
                <a:cs typeface="Arial"/>
              </a:rPr>
              <a:t>current</a:t>
            </a:r>
            <a:r>
              <a:rPr dirty="0" sz="950" spc="-10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31318"/>
                </a:solidFill>
                <a:latin typeface="Arial"/>
                <a:cs typeface="Arial"/>
              </a:rPr>
              <a:t>attestations</a:t>
            </a:r>
            <a:r>
              <a:rPr dirty="0" sz="950" spc="-15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950" spc="-25">
                <a:solidFill>
                  <a:srgbClr val="131318"/>
                </a:solidFill>
                <a:latin typeface="Arial"/>
                <a:cs typeface="Arial"/>
              </a:rPr>
              <a:t>are </a:t>
            </a:r>
            <a:r>
              <a:rPr dirty="0" sz="950">
                <a:solidFill>
                  <a:srgbClr val="131318"/>
                </a:solidFill>
                <a:latin typeface="Arial"/>
                <a:cs typeface="Arial"/>
              </a:rPr>
              <a:t>manually</a:t>
            </a:r>
            <a:r>
              <a:rPr dirty="0" sz="950" spc="-15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31318"/>
                </a:solidFill>
                <a:latin typeface="Arial"/>
                <a:cs typeface="Arial"/>
              </a:rPr>
              <a:t>submitted,</a:t>
            </a:r>
            <a:r>
              <a:rPr dirty="0" sz="950" spc="-15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31318"/>
                </a:solidFill>
                <a:latin typeface="Arial"/>
                <a:cs typeface="Arial"/>
              </a:rPr>
              <a:t>while</a:t>
            </a:r>
            <a:r>
              <a:rPr dirty="0" sz="950" spc="-15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31318"/>
                </a:solidFill>
                <a:latin typeface="Arial"/>
                <a:cs typeface="Arial"/>
              </a:rPr>
              <a:t>the</a:t>
            </a:r>
            <a:r>
              <a:rPr dirty="0" sz="950" spc="-10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31318"/>
                </a:solidFill>
                <a:latin typeface="Arial"/>
                <a:cs typeface="Arial"/>
              </a:rPr>
              <a:t>TLSNotary</a:t>
            </a:r>
            <a:r>
              <a:rPr dirty="0" sz="950" spc="-15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31318"/>
                </a:solidFill>
                <a:latin typeface="Arial"/>
                <a:cs typeface="Arial"/>
              </a:rPr>
              <a:t>zkTLS</a:t>
            </a:r>
            <a:r>
              <a:rPr dirty="0" sz="950" spc="-15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950" spc="-10">
                <a:solidFill>
                  <a:srgbClr val="131318"/>
                </a:solidFill>
                <a:latin typeface="Arial"/>
                <a:cs typeface="Arial"/>
              </a:rPr>
              <a:t>layer</a:t>
            </a:r>
            <a:r>
              <a:rPr dirty="0" sz="950" spc="-15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31318"/>
                </a:solidFill>
                <a:latin typeface="Arial"/>
                <a:cs typeface="Arial"/>
              </a:rPr>
              <a:t>remains</a:t>
            </a:r>
            <a:r>
              <a:rPr dirty="0" sz="950" spc="-10">
                <a:solidFill>
                  <a:srgbClr val="131318"/>
                </a:solidFill>
                <a:latin typeface="Arial"/>
                <a:cs typeface="Arial"/>
              </a:rPr>
              <a:t> planned.</a:t>
            </a:r>
            <a:endParaRPr sz="950">
              <a:latin typeface="Arial"/>
              <a:cs typeface="Arial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0" y="2434082"/>
            <a:ext cx="1146175" cy="114935"/>
            <a:chOff x="0" y="2434082"/>
            <a:chExt cx="1146175" cy="114935"/>
          </a:xfrm>
        </p:grpSpPr>
        <p:sp>
          <p:nvSpPr>
            <p:cNvPr id="4" name="object 4"/>
            <p:cNvSpPr/>
            <p:nvPr/>
          </p:nvSpPr>
          <p:spPr>
            <a:xfrm>
              <a:off x="0" y="2434082"/>
              <a:ext cx="20320" cy="114935"/>
            </a:xfrm>
            <a:custGeom>
              <a:avLst/>
              <a:gdLst/>
              <a:ahLst/>
              <a:cxnLst/>
              <a:rect l="l" t="t" r="r" b="b"/>
              <a:pathLst>
                <a:path w="20320" h="114935">
                  <a:moveTo>
                    <a:pt x="20243" y="0"/>
                  </a:moveTo>
                  <a:lnTo>
                    <a:pt x="0" y="0"/>
                  </a:lnTo>
                  <a:lnTo>
                    <a:pt x="0" y="114541"/>
                  </a:lnTo>
                  <a:lnTo>
                    <a:pt x="20243" y="114541"/>
                  </a:lnTo>
                  <a:lnTo>
                    <a:pt x="20243" y="0"/>
                  </a:lnTo>
                  <a:close/>
                </a:path>
              </a:pathLst>
            </a:custGeom>
            <a:solidFill>
              <a:srgbClr val="0B4CB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20243" y="2434082"/>
              <a:ext cx="1125855" cy="114935"/>
            </a:xfrm>
            <a:custGeom>
              <a:avLst/>
              <a:gdLst/>
              <a:ahLst/>
              <a:cxnLst/>
              <a:rect l="l" t="t" r="r" b="b"/>
              <a:pathLst>
                <a:path w="1125855" h="114935">
                  <a:moveTo>
                    <a:pt x="1125423" y="0"/>
                  </a:moveTo>
                  <a:lnTo>
                    <a:pt x="0" y="0"/>
                  </a:lnTo>
                  <a:lnTo>
                    <a:pt x="0" y="114541"/>
                  </a:lnTo>
                  <a:lnTo>
                    <a:pt x="1125423" y="114541"/>
                  </a:lnTo>
                  <a:lnTo>
                    <a:pt x="1125423" y="0"/>
                  </a:lnTo>
                  <a:close/>
                </a:path>
              </a:pathLst>
            </a:custGeom>
            <a:solidFill>
              <a:srgbClr val="DCE5F7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 txBox="1"/>
          <p:nvPr/>
        </p:nvSpPr>
        <p:spPr>
          <a:xfrm>
            <a:off x="20243" y="2393017"/>
            <a:ext cx="1125855" cy="421640"/>
          </a:xfrm>
          <a:prstGeom prst="rect">
            <a:avLst/>
          </a:prstGeom>
        </p:spPr>
        <p:txBody>
          <a:bodyPr wrap="square" lIns="0" tIns="4445" rIns="0" bIns="0" rtlCol="0" vert="horz">
            <a:spAutoFit/>
          </a:bodyPr>
          <a:lstStyle/>
          <a:p>
            <a:pPr marL="28575" marR="640715">
              <a:lnSpc>
                <a:spcPct val="160200"/>
              </a:lnSpc>
              <a:spcBef>
                <a:spcPts val="35"/>
              </a:spcBef>
            </a:pPr>
            <a:r>
              <a:rPr dirty="0" sz="550" spc="-10">
                <a:solidFill>
                  <a:srgbClr val="0B4CB2"/>
                </a:solidFill>
                <a:latin typeface="Arial"/>
                <a:cs typeface="Arial"/>
                <a:hlinkClick r:id="rId13" action="ppaction://hlinksldjump"/>
              </a:rPr>
              <a:t>Conclusion</a:t>
            </a:r>
            <a:r>
              <a:rPr dirty="0" sz="550" spc="500">
                <a:solidFill>
                  <a:srgbClr val="0B4CB2"/>
                </a:solidFill>
                <a:latin typeface="Arial"/>
                <a:cs typeface="Arial"/>
              </a:rPr>
              <a:t> </a:t>
            </a:r>
            <a:r>
              <a:rPr dirty="0" sz="550">
                <a:solidFill>
                  <a:srgbClr val="585B66"/>
                </a:solidFill>
                <a:latin typeface="Arial"/>
                <a:cs typeface="Arial"/>
                <a:hlinkClick r:id="rId14" action="ppaction://hlinksldjump"/>
              </a:rPr>
              <a:t>Future</a:t>
            </a:r>
            <a:r>
              <a:rPr dirty="0" sz="550" spc="120">
                <a:solidFill>
                  <a:srgbClr val="585B66"/>
                </a:solidFill>
                <a:latin typeface="Arial"/>
                <a:cs typeface="Arial"/>
                <a:hlinkClick r:id="rId14" action="ppaction://hlinksldjump"/>
              </a:rPr>
              <a:t> </a:t>
            </a:r>
            <a:r>
              <a:rPr dirty="0" sz="550" spc="-10">
                <a:solidFill>
                  <a:srgbClr val="585B66"/>
                </a:solidFill>
                <a:latin typeface="Arial"/>
                <a:cs typeface="Arial"/>
                <a:hlinkClick r:id="rId14" action="ppaction://hlinksldjump"/>
              </a:rPr>
              <a:t>Scope</a:t>
            </a:r>
            <a:r>
              <a:rPr dirty="0" sz="550" spc="500">
                <a:solidFill>
                  <a:srgbClr val="585B66"/>
                </a:solidFill>
                <a:latin typeface="Arial"/>
                <a:cs typeface="Arial"/>
              </a:rPr>
              <a:t> </a:t>
            </a:r>
            <a:r>
              <a:rPr dirty="0" sz="550" spc="-10">
                <a:solidFill>
                  <a:srgbClr val="585B66"/>
                </a:solidFill>
                <a:latin typeface="Arial"/>
                <a:cs typeface="Arial"/>
                <a:hlinkClick r:id="rId15" action="ppaction://hlinksldjump"/>
              </a:rPr>
              <a:t>References</a:t>
            </a:r>
            <a:endParaRPr sz="550">
              <a:latin typeface="Arial"/>
              <a:cs typeface="Arial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Future</a:t>
            </a:r>
            <a:r>
              <a:rPr dirty="0" spc="105"/>
              <a:t> </a:t>
            </a:r>
            <a:r>
              <a:rPr dirty="0" spc="-10"/>
              <a:t>Scope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5256733" y="217041"/>
            <a:ext cx="264160" cy="126364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650">
                <a:solidFill>
                  <a:srgbClr val="787D86"/>
                </a:solidFill>
                <a:latin typeface="Arial"/>
                <a:cs typeface="Arial"/>
              </a:rPr>
              <a:t>22</a:t>
            </a:r>
            <a:r>
              <a:rPr dirty="0" sz="650" spc="-65">
                <a:solidFill>
                  <a:srgbClr val="787D86"/>
                </a:solidFill>
                <a:latin typeface="Arial"/>
                <a:cs typeface="Arial"/>
              </a:rPr>
              <a:t> </a:t>
            </a:r>
            <a:r>
              <a:rPr dirty="0" sz="650">
                <a:solidFill>
                  <a:srgbClr val="787D86"/>
                </a:solidFill>
                <a:latin typeface="Arial"/>
                <a:cs typeface="Arial"/>
              </a:rPr>
              <a:t>/</a:t>
            </a:r>
            <a:r>
              <a:rPr dirty="0" sz="650" spc="-65">
                <a:solidFill>
                  <a:srgbClr val="787D86"/>
                </a:solidFill>
                <a:latin typeface="Arial"/>
                <a:cs typeface="Arial"/>
              </a:rPr>
              <a:t> </a:t>
            </a:r>
            <a:r>
              <a:rPr dirty="0" sz="650" spc="-25">
                <a:solidFill>
                  <a:srgbClr val="787D86"/>
                </a:solidFill>
                <a:latin typeface="Arial"/>
                <a:cs typeface="Arial"/>
              </a:rPr>
              <a:t>24</a:t>
            </a:r>
            <a:endParaRPr sz="650">
              <a:latin typeface="Arial"/>
              <a:cs typeface="Arial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36639" y="906851"/>
            <a:ext cx="1015365" cy="163893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358140">
              <a:lnSpc>
                <a:spcPct val="150500"/>
              </a:lnSpc>
              <a:spcBef>
                <a:spcPts val="95"/>
              </a:spcBef>
            </a:pPr>
            <a:r>
              <a:rPr dirty="0" sz="550" spc="-10">
                <a:solidFill>
                  <a:srgbClr val="585B66"/>
                </a:solidFill>
                <a:latin typeface="Arial"/>
                <a:cs typeface="Arial"/>
                <a:hlinkClick r:id="rId2" action="ppaction://hlinksldjump"/>
              </a:rPr>
              <a:t>Introduction</a:t>
            </a:r>
            <a:r>
              <a:rPr dirty="0" sz="550" spc="500">
                <a:solidFill>
                  <a:srgbClr val="585B66"/>
                </a:solidFill>
                <a:latin typeface="Arial"/>
                <a:cs typeface="Arial"/>
              </a:rPr>
              <a:t> </a:t>
            </a:r>
            <a:r>
              <a:rPr dirty="0" sz="550">
                <a:solidFill>
                  <a:srgbClr val="585B66"/>
                </a:solidFill>
                <a:latin typeface="Arial"/>
                <a:cs typeface="Arial"/>
                <a:hlinkClick r:id="rId3" action="ppaction://hlinksldjump"/>
              </a:rPr>
              <a:t>Problem</a:t>
            </a:r>
            <a:r>
              <a:rPr dirty="0" sz="550" spc="125">
                <a:solidFill>
                  <a:srgbClr val="585B66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dirty="0" sz="550" spc="-10">
                <a:solidFill>
                  <a:srgbClr val="585B66"/>
                </a:solidFill>
                <a:latin typeface="Arial"/>
                <a:cs typeface="Arial"/>
                <a:hlinkClick r:id="rId3" action="ppaction://hlinksldjump"/>
              </a:rPr>
              <a:t>Statement</a:t>
            </a:r>
            <a:r>
              <a:rPr dirty="0" sz="550" spc="500">
                <a:solidFill>
                  <a:srgbClr val="585B66"/>
                </a:solidFill>
                <a:latin typeface="Arial"/>
                <a:cs typeface="Arial"/>
              </a:rPr>
              <a:t> </a:t>
            </a:r>
            <a:r>
              <a:rPr dirty="0" sz="550" spc="10">
                <a:solidFill>
                  <a:srgbClr val="585B66"/>
                </a:solidFill>
                <a:latin typeface="Arial"/>
                <a:cs typeface="Arial"/>
                <a:hlinkClick r:id="rId4" action="ppaction://hlinksldjump"/>
              </a:rPr>
              <a:t>Literature</a:t>
            </a:r>
            <a:r>
              <a:rPr dirty="0" sz="550" spc="70">
                <a:solidFill>
                  <a:srgbClr val="585B66"/>
                </a:solidFill>
                <a:latin typeface="Arial"/>
                <a:cs typeface="Arial"/>
                <a:hlinkClick r:id="rId4" action="ppaction://hlinksldjump"/>
              </a:rPr>
              <a:t> </a:t>
            </a:r>
            <a:r>
              <a:rPr dirty="0" sz="550" spc="-10">
                <a:solidFill>
                  <a:srgbClr val="585B66"/>
                </a:solidFill>
                <a:latin typeface="Arial"/>
                <a:cs typeface="Arial"/>
                <a:hlinkClick r:id="rId4" action="ppaction://hlinksldjump"/>
              </a:rPr>
              <a:t>Review</a:t>
            </a:r>
            <a:r>
              <a:rPr dirty="0" sz="550" spc="500">
                <a:solidFill>
                  <a:srgbClr val="585B66"/>
                </a:solidFill>
                <a:latin typeface="Arial"/>
                <a:cs typeface="Arial"/>
              </a:rPr>
              <a:t> </a:t>
            </a:r>
            <a:r>
              <a:rPr dirty="0" sz="550" spc="10">
                <a:solidFill>
                  <a:srgbClr val="585B66"/>
                </a:solidFill>
                <a:latin typeface="Arial"/>
                <a:cs typeface="Arial"/>
                <a:hlinkClick r:id="rId5" action="ppaction://hlinksldjump"/>
              </a:rPr>
              <a:t>Proposed</a:t>
            </a:r>
            <a:r>
              <a:rPr dirty="0" sz="550" spc="114">
                <a:solidFill>
                  <a:srgbClr val="585B66"/>
                </a:solidFill>
                <a:latin typeface="Arial"/>
                <a:cs typeface="Arial"/>
                <a:hlinkClick r:id="rId5" action="ppaction://hlinksldjump"/>
              </a:rPr>
              <a:t> </a:t>
            </a:r>
            <a:r>
              <a:rPr dirty="0" sz="550" spc="-10">
                <a:solidFill>
                  <a:srgbClr val="585B66"/>
                </a:solidFill>
                <a:latin typeface="Arial"/>
                <a:cs typeface="Arial"/>
                <a:hlinkClick r:id="rId5" action="ppaction://hlinksldjump"/>
              </a:rPr>
              <a:t>Solution</a:t>
            </a:r>
            <a:endParaRPr sz="550">
              <a:latin typeface="Arial"/>
              <a:cs typeface="Arial"/>
            </a:endParaRPr>
          </a:p>
          <a:p>
            <a:pPr marL="12700" marR="327660">
              <a:lnSpc>
                <a:spcPct val="166600"/>
              </a:lnSpc>
              <a:spcBef>
                <a:spcPts val="10"/>
              </a:spcBef>
            </a:pPr>
            <a:r>
              <a:rPr dirty="0" sz="550">
                <a:solidFill>
                  <a:srgbClr val="585B66"/>
                </a:solidFill>
                <a:latin typeface="Arial"/>
                <a:cs typeface="Arial"/>
                <a:hlinkClick r:id="rId6" action="ppaction://hlinksldjump"/>
              </a:rPr>
              <a:t>System</a:t>
            </a:r>
            <a:r>
              <a:rPr dirty="0" sz="550" spc="135">
                <a:solidFill>
                  <a:srgbClr val="585B66"/>
                </a:solidFill>
                <a:latin typeface="Arial"/>
                <a:cs typeface="Arial"/>
                <a:hlinkClick r:id="rId6" action="ppaction://hlinksldjump"/>
              </a:rPr>
              <a:t> </a:t>
            </a:r>
            <a:r>
              <a:rPr dirty="0" sz="550" spc="-10">
                <a:solidFill>
                  <a:srgbClr val="585B66"/>
                </a:solidFill>
                <a:latin typeface="Arial"/>
                <a:cs typeface="Arial"/>
                <a:hlinkClick r:id="rId6" action="ppaction://hlinksldjump"/>
              </a:rPr>
              <a:t>Architecture</a:t>
            </a:r>
            <a:r>
              <a:rPr dirty="0" sz="550" spc="500">
                <a:solidFill>
                  <a:srgbClr val="585B66"/>
                </a:solidFill>
                <a:latin typeface="Arial"/>
                <a:cs typeface="Arial"/>
              </a:rPr>
              <a:t> </a:t>
            </a:r>
            <a:r>
              <a:rPr dirty="0" sz="550" spc="-10">
                <a:solidFill>
                  <a:srgbClr val="585B66"/>
                </a:solidFill>
                <a:latin typeface="Arial"/>
                <a:cs typeface="Arial"/>
                <a:hlinkClick r:id="rId7" action="ppaction://hlinksldjump"/>
              </a:rPr>
              <a:t>Methodology</a:t>
            </a:r>
            <a:endParaRPr sz="5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50"/>
              </a:spcBef>
            </a:pPr>
            <a:r>
              <a:rPr dirty="0" sz="550" spc="10">
                <a:solidFill>
                  <a:srgbClr val="585B66"/>
                </a:solidFill>
                <a:latin typeface="Arial"/>
                <a:cs typeface="Arial"/>
                <a:hlinkClick r:id="rId8" action="ppaction://hlinksldjump"/>
              </a:rPr>
              <a:t>Functional</a:t>
            </a:r>
            <a:r>
              <a:rPr dirty="0" sz="550" spc="85">
                <a:solidFill>
                  <a:srgbClr val="585B66"/>
                </a:solidFill>
                <a:latin typeface="Arial"/>
                <a:cs typeface="Arial"/>
                <a:hlinkClick r:id="rId8" action="ppaction://hlinksldjump"/>
              </a:rPr>
              <a:t> </a:t>
            </a:r>
            <a:r>
              <a:rPr dirty="0" sz="550" spc="-10">
                <a:solidFill>
                  <a:srgbClr val="585B66"/>
                </a:solidFill>
                <a:latin typeface="Arial"/>
                <a:cs typeface="Arial"/>
                <a:hlinkClick r:id="rId8" action="ppaction://hlinksldjump"/>
              </a:rPr>
              <a:t>Requirements</a:t>
            </a:r>
            <a:endParaRPr sz="550">
              <a:latin typeface="Arial"/>
              <a:cs typeface="Arial"/>
            </a:endParaRPr>
          </a:p>
          <a:p>
            <a:pPr marL="12700" marR="5080">
              <a:lnSpc>
                <a:spcPct val="166600"/>
              </a:lnSpc>
            </a:pPr>
            <a:r>
              <a:rPr dirty="0" sz="550" spc="10">
                <a:solidFill>
                  <a:srgbClr val="585B66"/>
                </a:solidFill>
                <a:latin typeface="Arial"/>
                <a:cs typeface="Arial"/>
                <a:hlinkClick r:id="rId9" action="ppaction://hlinksldjump"/>
              </a:rPr>
              <a:t>Non-Functional</a:t>
            </a:r>
            <a:r>
              <a:rPr dirty="0" sz="550" spc="125">
                <a:solidFill>
                  <a:srgbClr val="585B66"/>
                </a:solidFill>
                <a:latin typeface="Arial"/>
                <a:cs typeface="Arial"/>
                <a:hlinkClick r:id="rId9" action="ppaction://hlinksldjump"/>
              </a:rPr>
              <a:t> </a:t>
            </a:r>
            <a:r>
              <a:rPr dirty="0" sz="550" spc="-10">
                <a:solidFill>
                  <a:srgbClr val="585B66"/>
                </a:solidFill>
                <a:latin typeface="Arial"/>
                <a:cs typeface="Arial"/>
                <a:hlinkClick r:id="rId9" action="ppaction://hlinksldjump"/>
              </a:rPr>
              <a:t>Requirements</a:t>
            </a:r>
            <a:r>
              <a:rPr dirty="0" sz="550" spc="500">
                <a:solidFill>
                  <a:srgbClr val="585B66"/>
                </a:solidFill>
                <a:latin typeface="Arial"/>
                <a:cs typeface="Arial"/>
              </a:rPr>
              <a:t> </a:t>
            </a:r>
            <a:r>
              <a:rPr dirty="0" sz="550">
                <a:solidFill>
                  <a:srgbClr val="585B66"/>
                </a:solidFill>
                <a:latin typeface="Arial"/>
                <a:cs typeface="Arial"/>
                <a:hlinkClick r:id="rId10" action="ppaction://hlinksldjump"/>
              </a:rPr>
              <a:t>Hardware</a:t>
            </a:r>
            <a:r>
              <a:rPr dirty="0" sz="550" spc="150">
                <a:solidFill>
                  <a:srgbClr val="585B66"/>
                </a:solidFill>
                <a:latin typeface="Arial"/>
                <a:cs typeface="Arial"/>
                <a:hlinkClick r:id="rId10" action="ppaction://hlinksldjump"/>
              </a:rPr>
              <a:t> </a:t>
            </a:r>
            <a:r>
              <a:rPr dirty="0" sz="550" spc="-10">
                <a:solidFill>
                  <a:srgbClr val="585B66"/>
                </a:solidFill>
                <a:latin typeface="Arial"/>
                <a:cs typeface="Arial"/>
                <a:hlinkClick r:id="rId10" action="ppaction://hlinksldjump"/>
              </a:rPr>
              <a:t>Requirements</a:t>
            </a:r>
            <a:endParaRPr sz="550">
              <a:latin typeface="Arial"/>
              <a:cs typeface="Arial"/>
            </a:endParaRPr>
          </a:p>
          <a:p>
            <a:pPr marL="12700" marR="217170">
              <a:lnSpc>
                <a:spcPct val="166600"/>
              </a:lnSpc>
              <a:spcBef>
                <a:spcPts val="10"/>
              </a:spcBef>
            </a:pPr>
            <a:r>
              <a:rPr dirty="0" sz="550">
                <a:solidFill>
                  <a:srgbClr val="585B66"/>
                </a:solidFill>
                <a:latin typeface="Arial"/>
                <a:cs typeface="Arial"/>
                <a:hlinkClick r:id="rId11" action="ppaction://hlinksldjump"/>
              </a:rPr>
              <a:t>Software</a:t>
            </a:r>
            <a:r>
              <a:rPr dirty="0" sz="550" spc="150">
                <a:solidFill>
                  <a:srgbClr val="585B66"/>
                </a:solidFill>
                <a:latin typeface="Arial"/>
                <a:cs typeface="Arial"/>
                <a:hlinkClick r:id="rId11" action="ppaction://hlinksldjump"/>
              </a:rPr>
              <a:t> </a:t>
            </a:r>
            <a:r>
              <a:rPr dirty="0" sz="550" spc="-10">
                <a:solidFill>
                  <a:srgbClr val="585B66"/>
                </a:solidFill>
                <a:latin typeface="Arial"/>
                <a:cs typeface="Arial"/>
                <a:hlinkClick r:id="rId11" action="ppaction://hlinksldjump"/>
              </a:rPr>
              <a:t>Requirements</a:t>
            </a:r>
            <a:r>
              <a:rPr dirty="0" sz="550" spc="500">
                <a:solidFill>
                  <a:srgbClr val="585B66"/>
                </a:solidFill>
                <a:latin typeface="Arial"/>
                <a:cs typeface="Arial"/>
              </a:rPr>
              <a:t> </a:t>
            </a:r>
            <a:r>
              <a:rPr dirty="0" sz="550" spc="-10">
                <a:solidFill>
                  <a:srgbClr val="585B66"/>
                </a:solidFill>
                <a:latin typeface="Arial"/>
                <a:cs typeface="Arial"/>
                <a:hlinkClick r:id="rId12" action="ppaction://hlinksldjump"/>
              </a:rPr>
              <a:t>Result</a:t>
            </a:r>
            <a:endParaRPr sz="5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40"/>
              </a:spcBef>
            </a:pPr>
            <a:r>
              <a:rPr dirty="0" sz="550" spc="-10">
                <a:solidFill>
                  <a:srgbClr val="585B66"/>
                </a:solidFill>
                <a:latin typeface="Arial"/>
                <a:cs typeface="Arial"/>
                <a:hlinkClick r:id="rId13" action="ppaction://hlinksldjump"/>
              </a:rPr>
              <a:t>Conclusion</a:t>
            </a:r>
            <a:endParaRPr sz="550">
              <a:latin typeface="Arial"/>
              <a:cs typeface="Arial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0" y="2561285"/>
            <a:ext cx="1146175" cy="128905"/>
            <a:chOff x="0" y="2561285"/>
            <a:chExt cx="1146175" cy="128905"/>
          </a:xfrm>
        </p:grpSpPr>
        <p:sp>
          <p:nvSpPr>
            <p:cNvPr id="4" name="object 4"/>
            <p:cNvSpPr/>
            <p:nvPr/>
          </p:nvSpPr>
          <p:spPr>
            <a:xfrm>
              <a:off x="0" y="2561285"/>
              <a:ext cx="20320" cy="128905"/>
            </a:xfrm>
            <a:custGeom>
              <a:avLst/>
              <a:gdLst/>
              <a:ahLst/>
              <a:cxnLst/>
              <a:rect l="l" t="t" r="r" b="b"/>
              <a:pathLst>
                <a:path w="20320" h="128905">
                  <a:moveTo>
                    <a:pt x="20243" y="0"/>
                  </a:moveTo>
                  <a:lnTo>
                    <a:pt x="0" y="0"/>
                  </a:lnTo>
                  <a:lnTo>
                    <a:pt x="0" y="128701"/>
                  </a:lnTo>
                  <a:lnTo>
                    <a:pt x="20243" y="128701"/>
                  </a:lnTo>
                  <a:lnTo>
                    <a:pt x="20243" y="0"/>
                  </a:lnTo>
                  <a:close/>
                </a:path>
              </a:pathLst>
            </a:custGeom>
            <a:solidFill>
              <a:srgbClr val="0B4CB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20243" y="2561285"/>
              <a:ext cx="1125855" cy="128905"/>
            </a:xfrm>
            <a:custGeom>
              <a:avLst/>
              <a:gdLst/>
              <a:ahLst/>
              <a:cxnLst/>
              <a:rect l="l" t="t" r="r" b="b"/>
              <a:pathLst>
                <a:path w="1125855" h="128905">
                  <a:moveTo>
                    <a:pt x="1125423" y="0"/>
                  </a:moveTo>
                  <a:lnTo>
                    <a:pt x="0" y="0"/>
                  </a:lnTo>
                  <a:lnTo>
                    <a:pt x="0" y="128701"/>
                  </a:lnTo>
                  <a:lnTo>
                    <a:pt x="1125423" y="128701"/>
                  </a:lnTo>
                  <a:lnTo>
                    <a:pt x="1125423" y="0"/>
                  </a:lnTo>
                  <a:close/>
                </a:path>
              </a:pathLst>
            </a:custGeom>
            <a:solidFill>
              <a:srgbClr val="DCE5F7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 txBox="1"/>
          <p:nvPr/>
        </p:nvSpPr>
        <p:spPr>
          <a:xfrm>
            <a:off x="20243" y="2557970"/>
            <a:ext cx="1125855" cy="11493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28575">
              <a:lnSpc>
                <a:spcPct val="100000"/>
              </a:lnSpc>
              <a:spcBef>
                <a:spcPts val="135"/>
              </a:spcBef>
            </a:pPr>
            <a:r>
              <a:rPr dirty="0" sz="550">
                <a:solidFill>
                  <a:srgbClr val="0B4CB2"/>
                </a:solidFill>
                <a:latin typeface="Arial"/>
                <a:cs typeface="Arial"/>
                <a:hlinkClick r:id="rId14" action="ppaction://hlinksldjump"/>
              </a:rPr>
              <a:t>Future</a:t>
            </a:r>
            <a:r>
              <a:rPr dirty="0" sz="550" spc="120">
                <a:solidFill>
                  <a:srgbClr val="0B4CB2"/>
                </a:solidFill>
                <a:latin typeface="Arial"/>
                <a:cs typeface="Arial"/>
                <a:hlinkClick r:id="rId14" action="ppaction://hlinksldjump"/>
              </a:rPr>
              <a:t> </a:t>
            </a:r>
            <a:r>
              <a:rPr dirty="0" sz="550" spc="-10">
                <a:solidFill>
                  <a:srgbClr val="0B4CB2"/>
                </a:solidFill>
                <a:latin typeface="Arial"/>
                <a:cs typeface="Arial"/>
                <a:hlinkClick r:id="rId14" action="ppaction://hlinksldjump"/>
              </a:rPr>
              <a:t>Scope</a:t>
            </a:r>
            <a:endParaRPr sz="55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6639" y="2699321"/>
            <a:ext cx="404495" cy="11493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550" spc="-10">
                <a:solidFill>
                  <a:srgbClr val="585B66"/>
                </a:solidFill>
                <a:latin typeface="Arial"/>
                <a:cs typeface="Arial"/>
                <a:hlinkClick r:id="rId15" action="ppaction://hlinksldjump"/>
              </a:rPr>
              <a:t>References</a:t>
            </a:r>
            <a:endParaRPr sz="55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547241" y="709344"/>
            <a:ext cx="3956685" cy="21183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635" marR="97790" indent="-115570">
              <a:lnSpc>
                <a:spcPct val="104900"/>
              </a:lnSpc>
              <a:spcBef>
                <a:spcPts val="100"/>
              </a:spcBef>
              <a:buClr>
                <a:srgbClr val="0B4CB2"/>
              </a:buClr>
              <a:buSzPct val="73684"/>
              <a:buFont typeface="Arial"/>
              <a:buChar char="•"/>
              <a:tabLst>
                <a:tab pos="127635" algn="l"/>
              </a:tabLst>
            </a:pPr>
            <a:r>
              <a:rPr dirty="0" sz="950" b="1">
                <a:solidFill>
                  <a:srgbClr val="131318"/>
                </a:solidFill>
                <a:latin typeface="Arial"/>
                <a:cs typeface="Arial"/>
              </a:rPr>
              <a:t>Implement</a:t>
            </a:r>
            <a:r>
              <a:rPr dirty="0" sz="950" spc="-10" b="1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950" b="1">
                <a:solidFill>
                  <a:srgbClr val="131318"/>
                </a:solidFill>
                <a:latin typeface="Arial"/>
                <a:cs typeface="Arial"/>
              </a:rPr>
              <a:t>zkTLS</a:t>
            </a:r>
            <a:r>
              <a:rPr dirty="0" sz="950" spc="-10" b="1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950" b="1">
                <a:solidFill>
                  <a:srgbClr val="131318"/>
                </a:solidFill>
                <a:latin typeface="Arial"/>
                <a:cs typeface="Arial"/>
              </a:rPr>
              <a:t>Phase</a:t>
            </a:r>
            <a:r>
              <a:rPr dirty="0" sz="950" spc="-10" b="1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950" b="1">
                <a:solidFill>
                  <a:srgbClr val="131318"/>
                </a:solidFill>
                <a:latin typeface="Arial"/>
                <a:cs typeface="Arial"/>
              </a:rPr>
              <a:t>3:</a:t>
            </a:r>
            <a:r>
              <a:rPr dirty="0" sz="950" spc="55" b="1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31318"/>
                </a:solidFill>
                <a:latin typeface="Arial"/>
                <a:cs typeface="Arial"/>
              </a:rPr>
              <a:t>Build</a:t>
            </a:r>
            <a:r>
              <a:rPr dirty="0" sz="950" spc="-10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31318"/>
                </a:solidFill>
                <a:latin typeface="Arial"/>
                <a:cs typeface="Arial"/>
              </a:rPr>
              <a:t>the</a:t>
            </a:r>
            <a:r>
              <a:rPr dirty="0" sz="950" spc="-10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31318"/>
                </a:solidFill>
                <a:latin typeface="Arial"/>
                <a:cs typeface="Arial"/>
              </a:rPr>
              <a:t>TLSNotary</a:t>
            </a:r>
            <a:r>
              <a:rPr dirty="0" sz="950" spc="-10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31318"/>
                </a:solidFill>
                <a:latin typeface="Arial"/>
                <a:cs typeface="Arial"/>
              </a:rPr>
              <a:t>attestor</a:t>
            </a:r>
            <a:r>
              <a:rPr dirty="0" sz="950" spc="-10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31318"/>
                </a:solidFill>
                <a:latin typeface="Arial"/>
                <a:cs typeface="Arial"/>
              </a:rPr>
              <a:t>service</a:t>
            </a:r>
            <a:r>
              <a:rPr dirty="0" sz="950" spc="-10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950" spc="-25">
                <a:solidFill>
                  <a:srgbClr val="131318"/>
                </a:solidFill>
                <a:latin typeface="Arial"/>
                <a:cs typeface="Arial"/>
              </a:rPr>
              <a:t>and </a:t>
            </a:r>
            <a:r>
              <a:rPr dirty="0" sz="950">
                <a:solidFill>
                  <a:srgbClr val="131318"/>
                </a:solidFill>
                <a:latin typeface="Arial"/>
                <a:cs typeface="Arial"/>
              </a:rPr>
              <a:t>verify</a:t>
            </a:r>
            <a:r>
              <a:rPr dirty="0" sz="950" spc="-5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950" spc="-10">
                <a:solidFill>
                  <a:srgbClr val="131318"/>
                </a:solidFill>
                <a:latin typeface="Arial"/>
                <a:cs typeface="Arial"/>
              </a:rPr>
              <a:t>evidence</a:t>
            </a:r>
            <a:r>
              <a:rPr dirty="0" sz="950" spc="-5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31318"/>
                </a:solidFill>
                <a:latin typeface="Arial"/>
                <a:cs typeface="Arial"/>
              </a:rPr>
              <a:t>from a</a:t>
            </a:r>
            <a:r>
              <a:rPr dirty="0" sz="950" spc="-5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31318"/>
                </a:solidFill>
                <a:latin typeface="Arial"/>
                <a:cs typeface="Arial"/>
              </a:rPr>
              <a:t>pinned,</a:t>
            </a:r>
            <a:r>
              <a:rPr dirty="0" sz="950" spc="-5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31318"/>
                </a:solidFill>
                <a:latin typeface="Arial"/>
                <a:cs typeface="Arial"/>
              </a:rPr>
              <a:t>documented portal</a:t>
            </a:r>
            <a:r>
              <a:rPr dirty="0" sz="950" spc="-5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950" spc="-10">
                <a:solidFill>
                  <a:srgbClr val="131318"/>
                </a:solidFill>
                <a:latin typeface="Arial"/>
                <a:cs typeface="Arial"/>
              </a:rPr>
              <a:t>endpoint.</a:t>
            </a:r>
            <a:endParaRPr sz="950">
              <a:latin typeface="Arial"/>
              <a:cs typeface="Arial"/>
            </a:endParaRPr>
          </a:p>
          <a:p>
            <a:pPr marL="127635" marR="237490" indent="-115570">
              <a:lnSpc>
                <a:spcPct val="104900"/>
              </a:lnSpc>
              <a:spcBef>
                <a:spcPts val="425"/>
              </a:spcBef>
              <a:buClr>
                <a:srgbClr val="0B4CB2"/>
              </a:buClr>
              <a:buSzPct val="73684"/>
              <a:buFont typeface="Arial"/>
              <a:buChar char="•"/>
              <a:tabLst>
                <a:tab pos="127635" algn="l"/>
              </a:tabLst>
            </a:pPr>
            <a:r>
              <a:rPr dirty="0" sz="950" b="1">
                <a:solidFill>
                  <a:srgbClr val="131318"/>
                </a:solidFill>
                <a:latin typeface="Arial"/>
                <a:cs typeface="Arial"/>
              </a:rPr>
              <a:t>Implement</a:t>
            </a:r>
            <a:r>
              <a:rPr dirty="0" sz="950" spc="-45" b="1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950" b="1">
                <a:solidFill>
                  <a:srgbClr val="131318"/>
                </a:solidFill>
                <a:latin typeface="Arial"/>
                <a:cs typeface="Arial"/>
              </a:rPr>
              <a:t>reward</a:t>
            </a:r>
            <a:r>
              <a:rPr dirty="0" sz="950" spc="-40" b="1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950" b="1">
                <a:solidFill>
                  <a:srgbClr val="131318"/>
                </a:solidFill>
                <a:latin typeface="Arial"/>
                <a:cs typeface="Arial"/>
              </a:rPr>
              <a:t>distribution:</a:t>
            </a:r>
            <a:r>
              <a:rPr dirty="0" sz="950" spc="15" b="1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31318"/>
                </a:solidFill>
                <a:latin typeface="Arial"/>
                <a:cs typeface="Arial"/>
              </a:rPr>
              <a:t>Pool</a:t>
            </a:r>
            <a:r>
              <a:rPr dirty="0" sz="950" spc="-40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31318"/>
                </a:solidFill>
                <a:latin typeface="Arial"/>
                <a:cs typeface="Arial"/>
              </a:rPr>
              <a:t>fees</a:t>
            </a:r>
            <a:r>
              <a:rPr dirty="0" sz="950" spc="-40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31318"/>
                </a:solidFill>
                <a:latin typeface="Arial"/>
                <a:cs typeface="Arial"/>
              </a:rPr>
              <a:t>and</a:t>
            </a:r>
            <a:r>
              <a:rPr dirty="0" sz="950" spc="-40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31318"/>
                </a:solidFill>
                <a:latin typeface="Arial"/>
                <a:cs typeface="Arial"/>
              </a:rPr>
              <a:t>slashed</a:t>
            </a:r>
            <a:r>
              <a:rPr dirty="0" sz="950" spc="-40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31318"/>
                </a:solidFill>
                <a:latin typeface="Arial"/>
                <a:cs typeface="Arial"/>
              </a:rPr>
              <a:t>stakes</a:t>
            </a:r>
            <a:r>
              <a:rPr dirty="0" sz="950" spc="-40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950" spc="-25">
                <a:solidFill>
                  <a:srgbClr val="131318"/>
                </a:solidFill>
                <a:latin typeface="Arial"/>
                <a:cs typeface="Arial"/>
              </a:rPr>
              <a:t>and </a:t>
            </a:r>
            <a:r>
              <a:rPr dirty="0" sz="950">
                <a:solidFill>
                  <a:srgbClr val="131318"/>
                </a:solidFill>
                <a:latin typeface="Arial"/>
                <a:cs typeface="Arial"/>
              </a:rPr>
              <a:t>reward</a:t>
            </a:r>
            <a:r>
              <a:rPr dirty="0" sz="950" spc="-25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31318"/>
                </a:solidFill>
                <a:latin typeface="Arial"/>
                <a:cs typeface="Arial"/>
              </a:rPr>
              <a:t>attestors</a:t>
            </a:r>
            <a:r>
              <a:rPr dirty="0" sz="950" spc="-20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31318"/>
                </a:solidFill>
                <a:latin typeface="Arial"/>
                <a:cs typeface="Arial"/>
              </a:rPr>
              <a:t>in</a:t>
            </a:r>
            <a:r>
              <a:rPr dirty="0" sz="950" spc="-20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31318"/>
                </a:solidFill>
                <a:latin typeface="Arial"/>
                <a:cs typeface="Arial"/>
              </a:rPr>
              <a:t>the</a:t>
            </a:r>
            <a:r>
              <a:rPr dirty="0" sz="950" spc="-25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31318"/>
                </a:solidFill>
                <a:latin typeface="Arial"/>
                <a:cs typeface="Arial"/>
              </a:rPr>
              <a:t>winning</a:t>
            </a:r>
            <a:r>
              <a:rPr dirty="0" sz="950" spc="-20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950" spc="-10">
                <a:solidFill>
                  <a:srgbClr val="131318"/>
                </a:solidFill>
                <a:latin typeface="Arial"/>
                <a:cs typeface="Arial"/>
              </a:rPr>
              <a:t>quorum.</a:t>
            </a:r>
            <a:endParaRPr sz="950">
              <a:latin typeface="Arial"/>
              <a:cs typeface="Arial"/>
            </a:endParaRPr>
          </a:p>
          <a:p>
            <a:pPr marL="127635" marR="5080" indent="-115570">
              <a:lnSpc>
                <a:spcPct val="104900"/>
              </a:lnSpc>
              <a:spcBef>
                <a:spcPts val="425"/>
              </a:spcBef>
              <a:buClr>
                <a:srgbClr val="0B4CB2"/>
              </a:buClr>
              <a:buSzPct val="73684"/>
              <a:buFont typeface="Arial"/>
              <a:buChar char="•"/>
              <a:tabLst>
                <a:tab pos="127635" algn="l"/>
              </a:tabLst>
            </a:pPr>
            <a:r>
              <a:rPr dirty="0" sz="950" b="1">
                <a:solidFill>
                  <a:srgbClr val="131318"/>
                </a:solidFill>
                <a:latin typeface="Arial"/>
                <a:cs typeface="Arial"/>
              </a:rPr>
              <a:t>Deploy</a:t>
            </a:r>
            <a:r>
              <a:rPr dirty="0" sz="950" spc="-25" b="1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950" b="1">
                <a:solidFill>
                  <a:srgbClr val="131318"/>
                </a:solidFill>
                <a:latin typeface="Arial"/>
                <a:cs typeface="Arial"/>
              </a:rPr>
              <a:t>the</a:t>
            </a:r>
            <a:r>
              <a:rPr dirty="0" sz="950" spc="-20" b="1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950" b="1">
                <a:solidFill>
                  <a:srgbClr val="131318"/>
                </a:solidFill>
                <a:latin typeface="Arial"/>
                <a:cs typeface="Arial"/>
              </a:rPr>
              <a:t>portal:</a:t>
            </a:r>
            <a:r>
              <a:rPr dirty="0" sz="950" spc="45" b="1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31318"/>
                </a:solidFill>
                <a:latin typeface="Arial"/>
                <a:cs typeface="Arial"/>
              </a:rPr>
              <a:t>Resolve</a:t>
            </a:r>
            <a:r>
              <a:rPr dirty="0" sz="950" spc="-20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31318"/>
                </a:solidFill>
                <a:latin typeface="Arial"/>
                <a:cs typeface="Arial"/>
              </a:rPr>
              <a:t>the</a:t>
            </a:r>
            <a:r>
              <a:rPr dirty="0" sz="950" spc="-20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31318"/>
                </a:solidFill>
                <a:latin typeface="Arial"/>
                <a:cs typeface="Arial"/>
              </a:rPr>
              <a:t>conflicting</a:t>
            </a:r>
            <a:r>
              <a:rPr dirty="0" sz="950" spc="-20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31318"/>
                </a:solidFill>
                <a:latin typeface="Arial"/>
                <a:cs typeface="Arial"/>
              </a:rPr>
              <a:t>candidate</a:t>
            </a:r>
            <a:r>
              <a:rPr dirty="0" sz="950" spc="-20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31318"/>
                </a:solidFill>
                <a:latin typeface="Arial"/>
                <a:cs typeface="Arial"/>
              </a:rPr>
              <a:t>base</a:t>
            </a:r>
            <a:r>
              <a:rPr dirty="0" sz="950" spc="-20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31318"/>
                </a:solidFill>
                <a:latin typeface="Arial"/>
                <a:cs typeface="Arial"/>
              </a:rPr>
              <a:t>URLs</a:t>
            </a:r>
            <a:r>
              <a:rPr dirty="0" sz="950" spc="-25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950" spc="-10">
                <a:solidFill>
                  <a:srgbClr val="131318"/>
                </a:solidFill>
                <a:latin typeface="Arial"/>
                <a:cs typeface="Arial"/>
              </a:rPr>
              <a:t>before </a:t>
            </a:r>
            <a:r>
              <a:rPr dirty="0" sz="950">
                <a:solidFill>
                  <a:srgbClr val="131318"/>
                </a:solidFill>
                <a:latin typeface="Arial"/>
                <a:cs typeface="Arial"/>
              </a:rPr>
              <a:t>proofs</a:t>
            </a:r>
            <a:r>
              <a:rPr dirty="0" sz="950" spc="-10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31318"/>
                </a:solidFill>
                <a:latin typeface="Arial"/>
                <a:cs typeface="Arial"/>
              </a:rPr>
              <a:t>depend</a:t>
            </a:r>
            <a:r>
              <a:rPr dirty="0" sz="950" spc="-10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31318"/>
                </a:solidFill>
                <a:latin typeface="Arial"/>
                <a:cs typeface="Arial"/>
              </a:rPr>
              <a:t>on</a:t>
            </a:r>
            <a:r>
              <a:rPr dirty="0" sz="950" spc="-10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31318"/>
                </a:solidFill>
                <a:latin typeface="Arial"/>
                <a:cs typeface="Arial"/>
              </a:rPr>
              <a:t>a</a:t>
            </a:r>
            <a:r>
              <a:rPr dirty="0" sz="950" spc="-10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31318"/>
                </a:solidFill>
                <a:latin typeface="Arial"/>
                <a:cs typeface="Arial"/>
              </a:rPr>
              <a:t>single</a:t>
            </a:r>
            <a:r>
              <a:rPr dirty="0" sz="950" spc="-10">
                <a:solidFill>
                  <a:srgbClr val="131318"/>
                </a:solidFill>
                <a:latin typeface="Arial"/>
                <a:cs typeface="Arial"/>
              </a:rPr>
              <a:t> endpoint.</a:t>
            </a:r>
            <a:endParaRPr sz="950">
              <a:latin typeface="Arial"/>
              <a:cs typeface="Arial"/>
            </a:endParaRPr>
          </a:p>
          <a:p>
            <a:pPr marL="127635" marR="589280" indent="-115570">
              <a:lnSpc>
                <a:spcPct val="104900"/>
              </a:lnSpc>
              <a:spcBef>
                <a:spcPts val="425"/>
              </a:spcBef>
              <a:buClr>
                <a:srgbClr val="0B4CB2"/>
              </a:buClr>
              <a:buSzPct val="73684"/>
              <a:buFont typeface="Arial"/>
              <a:buChar char="•"/>
              <a:tabLst>
                <a:tab pos="127635" algn="l"/>
              </a:tabLst>
            </a:pPr>
            <a:r>
              <a:rPr dirty="0" sz="950" b="1">
                <a:solidFill>
                  <a:srgbClr val="131318"/>
                </a:solidFill>
                <a:latin typeface="Arial"/>
                <a:cs typeface="Arial"/>
              </a:rPr>
              <a:t>Scale</a:t>
            </a:r>
            <a:r>
              <a:rPr dirty="0" sz="950" spc="-30" b="1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950" spc="-10" b="1">
                <a:solidFill>
                  <a:srgbClr val="131318"/>
                </a:solidFill>
                <a:latin typeface="Arial"/>
                <a:cs typeface="Arial"/>
              </a:rPr>
              <a:t>escrow</a:t>
            </a:r>
            <a:r>
              <a:rPr dirty="0" sz="950" spc="-25" b="1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950" b="1">
                <a:solidFill>
                  <a:srgbClr val="131318"/>
                </a:solidFill>
                <a:latin typeface="Arial"/>
                <a:cs typeface="Arial"/>
              </a:rPr>
              <a:t>discovery:</a:t>
            </a:r>
            <a:r>
              <a:rPr dirty="0" sz="950" spc="35" b="1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31318"/>
                </a:solidFill>
                <a:latin typeface="Arial"/>
                <a:cs typeface="Arial"/>
              </a:rPr>
              <a:t>Replace</a:t>
            </a:r>
            <a:r>
              <a:rPr dirty="0" sz="950" spc="-30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31318"/>
                </a:solidFill>
                <a:latin typeface="Arial"/>
                <a:cs typeface="Arial"/>
              </a:rPr>
              <a:t>full</a:t>
            </a:r>
            <a:r>
              <a:rPr dirty="0" sz="950" spc="-25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31318"/>
                </a:solidFill>
                <a:latin typeface="Arial"/>
                <a:cs typeface="Arial"/>
              </a:rPr>
              <a:t>block</a:t>
            </a:r>
            <a:r>
              <a:rPr dirty="0" sz="950" spc="-25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31318"/>
                </a:solidFill>
                <a:latin typeface="Arial"/>
                <a:cs typeface="Arial"/>
              </a:rPr>
              <a:t>scanning</a:t>
            </a:r>
            <a:r>
              <a:rPr dirty="0" sz="950" spc="-30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31318"/>
                </a:solidFill>
                <a:latin typeface="Arial"/>
                <a:cs typeface="Arial"/>
              </a:rPr>
              <a:t>with</a:t>
            </a:r>
            <a:r>
              <a:rPr dirty="0" sz="950" spc="-25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950" spc="-50">
                <a:solidFill>
                  <a:srgbClr val="131318"/>
                </a:solidFill>
                <a:latin typeface="Arial"/>
                <a:cs typeface="Arial"/>
              </a:rPr>
              <a:t>a </a:t>
            </a:r>
            <a:r>
              <a:rPr dirty="0" sz="950">
                <a:solidFill>
                  <a:srgbClr val="131318"/>
                </a:solidFill>
                <a:latin typeface="Arial"/>
                <a:cs typeface="Arial"/>
              </a:rPr>
              <a:t>factory/registry</a:t>
            </a:r>
            <a:r>
              <a:rPr dirty="0" sz="950" spc="-5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31318"/>
                </a:solidFill>
                <a:latin typeface="Arial"/>
                <a:cs typeface="Arial"/>
              </a:rPr>
              <a:t>contract</a:t>
            </a:r>
            <a:r>
              <a:rPr dirty="0" sz="950" spc="-5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31318"/>
                </a:solidFill>
                <a:latin typeface="Arial"/>
                <a:cs typeface="Arial"/>
              </a:rPr>
              <a:t>and</a:t>
            </a:r>
            <a:r>
              <a:rPr dirty="0" sz="950" spc="-5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31318"/>
                </a:solidFill>
                <a:latin typeface="Arial"/>
                <a:cs typeface="Arial"/>
              </a:rPr>
              <a:t>filtered</a:t>
            </a:r>
            <a:r>
              <a:rPr dirty="0" sz="950" spc="-5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31318"/>
                </a:solidFill>
                <a:latin typeface="Arial"/>
                <a:cs typeface="Arial"/>
              </a:rPr>
              <a:t>creation </a:t>
            </a:r>
            <a:r>
              <a:rPr dirty="0" sz="950" spc="-10">
                <a:solidFill>
                  <a:srgbClr val="131318"/>
                </a:solidFill>
                <a:latin typeface="Arial"/>
                <a:cs typeface="Arial"/>
              </a:rPr>
              <a:t>events.</a:t>
            </a:r>
            <a:endParaRPr sz="950">
              <a:latin typeface="Arial"/>
              <a:cs typeface="Arial"/>
            </a:endParaRPr>
          </a:p>
          <a:p>
            <a:pPr marL="127635" marR="64769" indent="-115570">
              <a:lnSpc>
                <a:spcPct val="104900"/>
              </a:lnSpc>
              <a:spcBef>
                <a:spcPts val="425"/>
              </a:spcBef>
              <a:buClr>
                <a:srgbClr val="0B4CB2"/>
              </a:buClr>
              <a:buSzPct val="73684"/>
              <a:buFont typeface="Arial"/>
              <a:buChar char="•"/>
              <a:tabLst>
                <a:tab pos="127635" algn="l"/>
              </a:tabLst>
            </a:pPr>
            <a:r>
              <a:rPr dirty="0" sz="950" b="1">
                <a:solidFill>
                  <a:srgbClr val="131318"/>
                </a:solidFill>
                <a:latin typeface="Arial"/>
                <a:cs typeface="Arial"/>
              </a:rPr>
              <a:t>Improve</a:t>
            </a:r>
            <a:r>
              <a:rPr dirty="0" sz="950" spc="-30" b="1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950" b="1">
                <a:solidFill>
                  <a:srgbClr val="131318"/>
                </a:solidFill>
                <a:latin typeface="Arial"/>
                <a:cs typeface="Arial"/>
              </a:rPr>
              <a:t>frontend</a:t>
            </a:r>
            <a:r>
              <a:rPr dirty="0" sz="950" spc="-25" b="1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950" b="1">
                <a:solidFill>
                  <a:srgbClr val="131318"/>
                </a:solidFill>
                <a:latin typeface="Arial"/>
                <a:cs typeface="Arial"/>
              </a:rPr>
              <a:t>assurance:</a:t>
            </a:r>
            <a:r>
              <a:rPr dirty="0" sz="950" spc="35" b="1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31318"/>
                </a:solidFill>
                <a:latin typeface="Arial"/>
                <a:cs typeface="Arial"/>
              </a:rPr>
              <a:t>Add</a:t>
            </a:r>
            <a:r>
              <a:rPr dirty="0" sz="950" spc="-30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31318"/>
                </a:solidFill>
                <a:latin typeface="Arial"/>
                <a:cs typeface="Arial"/>
              </a:rPr>
              <a:t>tests</a:t>
            </a:r>
            <a:r>
              <a:rPr dirty="0" sz="950" spc="-25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31318"/>
                </a:solidFill>
                <a:latin typeface="Arial"/>
                <a:cs typeface="Arial"/>
              </a:rPr>
              <a:t>for</a:t>
            </a:r>
            <a:r>
              <a:rPr dirty="0" sz="950" spc="-25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31318"/>
                </a:solidFill>
                <a:latin typeface="Arial"/>
                <a:cs typeface="Arial"/>
              </a:rPr>
              <a:t>role</a:t>
            </a:r>
            <a:r>
              <a:rPr dirty="0" sz="950" spc="-25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31318"/>
                </a:solidFill>
                <a:latin typeface="Arial"/>
                <a:cs typeface="Arial"/>
              </a:rPr>
              <a:t>derivation</a:t>
            </a:r>
            <a:r>
              <a:rPr dirty="0" sz="950" spc="-30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950" spc="-25">
                <a:solidFill>
                  <a:srgbClr val="131318"/>
                </a:solidFill>
                <a:latin typeface="Arial"/>
                <a:cs typeface="Arial"/>
              </a:rPr>
              <a:t>and </a:t>
            </a:r>
            <a:r>
              <a:rPr dirty="0" sz="950" spc="-10">
                <a:solidFill>
                  <a:srgbClr val="131318"/>
                </a:solidFill>
                <a:latin typeface="Arial"/>
                <a:cs typeface="Arial"/>
              </a:rPr>
              <a:t>available</a:t>
            </a:r>
            <a:r>
              <a:rPr dirty="0" sz="950" spc="-30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31318"/>
                </a:solidFill>
                <a:latin typeface="Arial"/>
                <a:cs typeface="Arial"/>
              </a:rPr>
              <a:t>actions;</a:t>
            </a:r>
            <a:r>
              <a:rPr dirty="0" sz="950" spc="-25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31318"/>
                </a:solidFill>
                <a:latin typeface="Arial"/>
                <a:cs typeface="Arial"/>
              </a:rPr>
              <a:t>introduce</a:t>
            </a:r>
            <a:r>
              <a:rPr dirty="0" sz="950" spc="-25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31318"/>
                </a:solidFill>
                <a:latin typeface="Arial"/>
                <a:cs typeface="Arial"/>
              </a:rPr>
              <a:t>event</a:t>
            </a:r>
            <a:r>
              <a:rPr dirty="0" sz="950" spc="-30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31318"/>
                </a:solidFill>
                <a:latin typeface="Arial"/>
                <a:cs typeface="Arial"/>
              </a:rPr>
              <a:t>subscriptions</a:t>
            </a:r>
            <a:r>
              <a:rPr dirty="0" sz="950" spc="-25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31318"/>
                </a:solidFill>
                <a:latin typeface="Arial"/>
                <a:cs typeface="Arial"/>
              </a:rPr>
              <a:t>with</a:t>
            </a:r>
            <a:r>
              <a:rPr dirty="0" sz="950" spc="-25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31318"/>
                </a:solidFill>
                <a:latin typeface="Arial"/>
                <a:cs typeface="Arial"/>
              </a:rPr>
              <a:t>polling</a:t>
            </a:r>
            <a:r>
              <a:rPr dirty="0" sz="950" spc="-25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31318"/>
                </a:solidFill>
                <a:latin typeface="Arial"/>
                <a:cs typeface="Arial"/>
              </a:rPr>
              <a:t>as</a:t>
            </a:r>
            <a:r>
              <a:rPr dirty="0" sz="950" spc="-30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950" spc="-10">
                <a:solidFill>
                  <a:srgbClr val="131318"/>
                </a:solidFill>
                <a:latin typeface="Arial"/>
                <a:cs typeface="Arial"/>
              </a:rPr>
              <a:t>fallback.</a:t>
            </a:r>
            <a:endParaRPr sz="950">
              <a:latin typeface="Arial"/>
              <a:cs typeface="Arial"/>
            </a:endParaRPr>
          </a:p>
          <a:p>
            <a:pPr marL="127635" marR="140970" indent="-115570">
              <a:lnSpc>
                <a:spcPct val="104900"/>
              </a:lnSpc>
              <a:spcBef>
                <a:spcPts val="425"/>
              </a:spcBef>
              <a:buClr>
                <a:srgbClr val="0B4CB2"/>
              </a:buClr>
              <a:buSzPct val="73684"/>
              <a:buFont typeface="Arial"/>
              <a:buChar char="•"/>
              <a:tabLst>
                <a:tab pos="127635" algn="l"/>
              </a:tabLst>
            </a:pPr>
            <a:r>
              <a:rPr dirty="0" sz="950" b="1">
                <a:solidFill>
                  <a:srgbClr val="131318"/>
                </a:solidFill>
                <a:latin typeface="Arial"/>
                <a:cs typeface="Arial"/>
              </a:rPr>
              <a:t>Refine</a:t>
            </a:r>
            <a:r>
              <a:rPr dirty="0" sz="950" spc="-20" b="1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950" b="1">
                <a:solidFill>
                  <a:srgbClr val="131318"/>
                </a:solidFill>
                <a:latin typeface="Arial"/>
                <a:cs typeface="Arial"/>
              </a:rPr>
              <a:t>economics</a:t>
            </a:r>
            <a:r>
              <a:rPr dirty="0" sz="950" spc="-10" b="1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950" b="1">
                <a:solidFill>
                  <a:srgbClr val="131318"/>
                </a:solidFill>
                <a:latin typeface="Arial"/>
                <a:cs typeface="Arial"/>
              </a:rPr>
              <a:t>and</a:t>
            </a:r>
            <a:r>
              <a:rPr dirty="0" sz="950" spc="-5" b="1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950" b="1">
                <a:solidFill>
                  <a:srgbClr val="131318"/>
                </a:solidFill>
                <a:latin typeface="Arial"/>
                <a:cs typeface="Arial"/>
              </a:rPr>
              <a:t>governance:</a:t>
            </a:r>
            <a:r>
              <a:rPr dirty="0" sz="950" spc="55" b="1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31318"/>
                </a:solidFill>
                <a:latin typeface="Arial"/>
                <a:cs typeface="Arial"/>
              </a:rPr>
              <a:t>Configure</a:t>
            </a:r>
            <a:r>
              <a:rPr dirty="0" sz="950" spc="-10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31318"/>
                </a:solidFill>
                <a:latin typeface="Arial"/>
                <a:cs typeface="Arial"/>
              </a:rPr>
              <a:t>economic</a:t>
            </a:r>
            <a:r>
              <a:rPr dirty="0" sz="950" spc="-5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950" spc="-10">
                <a:solidFill>
                  <a:srgbClr val="131318"/>
                </a:solidFill>
                <a:latin typeface="Arial"/>
                <a:cs typeface="Arial"/>
              </a:rPr>
              <a:t>constants </a:t>
            </a:r>
            <a:r>
              <a:rPr dirty="0" sz="950">
                <a:solidFill>
                  <a:srgbClr val="131318"/>
                </a:solidFill>
                <a:latin typeface="Arial"/>
                <a:cs typeface="Arial"/>
              </a:rPr>
              <a:t>and</a:t>
            </a:r>
            <a:r>
              <a:rPr dirty="0" sz="950" spc="-5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31318"/>
                </a:solidFill>
                <a:latin typeface="Arial"/>
                <a:cs typeface="Arial"/>
              </a:rPr>
              <a:t>consider</a:t>
            </a:r>
            <a:r>
              <a:rPr dirty="0" sz="950" spc="-5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31318"/>
                </a:solidFill>
                <a:latin typeface="Arial"/>
                <a:cs typeface="Arial"/>
              </a:rPr>
              <a:t>fairer slashing</a:t>
            </a:r>
            <a:r>
              <a:rPr dirty="0" sz="950" spc="-5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31318"/>
                </a:solidFill>
                <a:latin typeface="Arial"/>
                <a:cs typeface="Arial"/>
              </a:rPr>
              <a:t>and </a:t>
            </a:r>
            <a:r>
              <a:rPr dirty="0" sz="950" spc="-10">
                <a:solidFill>
                  <a:srgbClr val="131318"/>
                </a:solidFill>
                <a:latin typeface="Arial"/>
                <a:cs typeface="Arial"/>
              </a:rPr>
              <a:t>multi-</a:t>
            </a:r>
            <a:r>
              <a:rPr dirty="0" sz="950">
                <a:solidFill>
                  <a:srgbClr val="131318"/>
                </a:solidFill>
                <a:latin typeface="Arial"/>
                <a:cs typeface="Arial"/>
              </a:rPr>
              <a:t>party</a:t>
            </a:r>
            <a:r>
              <a:rPr dirty="0" sz="950" spc="-5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950" spc="-10">
                <a:solidFill>
                  <a:srgbClr val="131318"/>
                </a:solidFill>
                <a:latin typeface="Arial"/>
                <a:cs typeface="Arial"/>
              </a:rPr>
              <a:t>arbitration.</a:t>
            </a:r>
            <a:endParaRPr sz="950">
              <a:latin typeface="Arial"/>
              <a:cs typeface="Arial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8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pc="-10"/>
              <a:t>References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5256733" y="217041"/>
            <a:ext cx="264160" cy="126364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650">
                <a:solidFill>
                  <a:srgbClr val="787D86"/>
                </a:solidFill>
                <a:latin typeface="Arial"/>
                <a:cs typeface="Arial"/>
              </a:rPr>
              <a:t>23</a:t>
            </a:r>
            <a:r>
              <a:rPr dirty="0" sz="650" spc="-65">
                <a:solidFill>
                  <a:srgbClr val="787D86"/>
                </a:solidFill>
                <a:latin typeface="Arial"/>
                <a:cs typeface="Arial"/>
              </a:rPr>
              <a:t> </a:t>
            </a:r>
            <a:r>
              <a:rPr dirty="0" sz="650">
                <a:solidFill>
                  <a:srgbClr val="787D86"/>
                </a:solidFill>
                <a:latin typeface="Arial"/>
                <a:cs typeface="Arial"/>
              </a:rPr>
              <a:t>/</a:t>
            </a:r>
            <a:r>
              <a:rPr dirty="0" sz="650" spc="-65">
                <a:solidFill>
                  <a:srgbClr val="787D86"/>
                </a:solidFill>
                <a:latin typeface="Arial"/>
                <a:cs typeface="Arial"/>
              </a:rPr>
              <a:t> </a:t>
            </a:r>
            <a:r>
              <a:rPr dirty="0" sz="650" spc="-25">
                <a:solidFill>
                  <a:srgbClr val="787D86"/>
                </a:solidFill>
                <a:latin typeface="Arial"/>
                <a:cs typeface="Arial"/>
              </a:rPr>
              <a:t>24</a:t>
            </a:r>
            <a:endParaRPr sz="650">
              <a:latin typeface="Arial"/>
              <a:cs typeface="Arial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36639" y="906851"/>
            <a:ext cx="1015365" cy="176657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358140">
              <a:lnSpc>
                <a:spcPct val="150500"/>
              </a:lnSpc>
              <a:spcBef>
                <a:spcPts val="95"/>
              </a:spcBef>
            </a:pPr>
            <a:r>
              <a:rPr dirty="0" sz="550" spc="-10">
                <a:solidFill>
                  <a:srgbClr val="585B66"/>
                </a:solidFill>
                <a:latin typeface="Arial"/>
                <a:cs typeface="Arial"/>
                <a:hlinkClick r:id="rId2" action="ppaction://hlinksldjump"/>
              </a:rPr>
              <a:t>Introduction</a:t>
            </a:r>
            <a:r>
              <a:rPr dirty="0" sz="550" spc="500">
                <a:solidFill>
                  <a:srgbClr val="585B66"/>
                </a:solidFill>
                <a:latin typeface="Arial"/>
                <a:cs typeface="Arial"/>
              </a:rPr>
              <a:t> </a:t>
            </a:r>
            <a:r>
              <a:rPr dirty="0" sz="550">
                <a:solidFill>
                  <a:srgbClr val="585B66"/>
                </a:solidFill>
                <a:latin typeface="Arial"/>
                <a:cs typeface="Arial"/>
                <a:hlinkClick r:id="rId3" action="ppaction://hlinksldjump"/>
              </a:rPr>
              <a:t>Problem</a:t>
            </a:r>
            <a:r>
              <a:rPr dirty="0" sz="550" spc="125">
                <a:solidFill>
                  <a:srgbClr val="585B66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dirty="0" sz="550" spc="-10">
                <a:solidFill>
                  <a:srgbClr val="585B66"/>
                </a:solidFill>
                <a:latin typeface="Arial"/>
                <a:cs typeface="Arial"/>
                <a:hlinkClick r:id="rId3" action="ppaction://hlinksldjump"/>
              </a:rPr>
              <a:t>Statement</a:t>
            </a:r>
            <a:r>
              <a:rPr dirty="0" sz="550" spc="500">
                <a:solidFill>
                  <a:srgbClr val="585B66"/>
                </a:solidFill>
                <a:latin typeface="Arial"/>
                <a:cs typeface="Arial"/>
              </a:rPr>
              <a:t> </a:t>
            </a:r>
            <a:r>
              <a:rPr dirty="0" sz="550" spc="10">
                <a:solidFill>
                  <a:srgbClr val="585B66"/>
                </a:solidFill>
                <a:latin typeface="Arial"/>
                <a:cs typeface="Arial"/>
                <a:hlinkClick r:id="rId4" action="ppaction://hlinksldjump"/>
              </a:rPr>
              <a:t>Literature</a:t>
            </a:r>
            <a:r>
              <a:rPr dirty="0" sz="550" spc="70">
                <a:solidFill>
                  <a:srgbClr val="585B66"/>
                </a:solidFill>
                <a:latin typeface="Arial"/>
                <a:cs typeface="Arial"/>
                <a:hlinkClick r:id="rId4" action="ppaction://hlinksldjump"/>
              </a:rPr>
              <a:t> </a:t>
            </a:r>
            <a:r>
              <a:rPr dirty="0" sz="550" spc="-10">
                <a:solidFill>
                  <a:srgbClr val="585B66"/>
                </a:solidFill>
                <a:latin typeface="Arial"/>
                <a:cs typeface="Arial"/>
                <a:hlinkClick r:id="rId4" action="ppaction://hlinksldjump"/>
              </a:rPr>
              <a:t>Review</a:t>
            </a:r>
            <a:r>
              <a:rPr dirty="0" sz="550" spc="500">
                <a:solidFill>
                  <a:srgbClr val="585B66"/>
                </a:solidFill>
                <a:latin typeface="Arial"/>
                <a:cs typeface="Arial"/>
              </a:rPr>
              <a:t> </a:t>
            </a:r>
            <a:r>
              <a:rPr dirty="0" sz="550" spc="10">
                <a:solidFill>
                  <a:srgbClr val="585B66"/>
                </a:solidFill>
                <a:latin typeface="Arial"/>
                <a:cs typeface="Arial"/>
                <a:hlinkClick r:id="rId5" action="ppaction://hlinksldjump"/>
              </a:rPr>
              <a:t>Proposed</a:t>
            </a:r>
            <a:r>
              <a:rPr dirty="0" sz="550" spc="114">
                <a:solidFill>
                  <a:srgbClr val="585B66"/>
                </a:solidFill>
                <a:latin typeface="Arial"/>
                <a:cs typeface="Arial"/>
                <a:hlinkClick r:id="rId5" action="ppaction://hlinksldjump"/>
              </a:rPr>
              <a:t> </a:t>
            </a:r>
            <a:r>
              <a:rPr dirty="0" sz="550" spc="-10">
                <a:solidFill>
                  <a:srgbClr val="585B66"/>
                </a:solidFill>
                <a:latin typeface="Arial"/>
                <a:cs typeface="Arial"/>
                <a:hlinkClick r:id="rId5" action="ppaction://hlinksldjump"/>
              </a:rPr>
              <a:t>Solution</a:t>
            </a:r>
            <a:endParaRPr sz="550">
              <a:latin typeface="Arial"/>
              <a:cs typeface="Arial"/>
            </a:endParaRPr>
          </a:p>
          <a:p>
            <a:pPr marL="12700" marR="327660">
              <a:lnSpc>
                <a:spcPct val="166600"/>
              </a:lnSpc>
              <a:spcBef>
                <a:spcPts val="10"/>
              </a:spcBef>
            </a:pPr>
            <a:r>
              <a:rPr dirty="0" sz="550">
                <a:solidFill>
                  <a:srgbClr val="585B66"/>
                </a:solidFill>
                <a:latin typeface="Arial"/>
                <a:cs typeface="Arial"/>
                <a:hlinkClick r:id="rId6" action="ppaction://hlinksldjump"/>
              </a:rPr>
              <a:t>System</a:t>
            </a:r>
            <a:r>
              <a:rPr dirty="0" sz="550" spc="135">
                <a:solidFill>
                  <a:srgbClr val="585B66"/>
                </a:solidFill>
                <a:latin typeface="Arial"/>
                <a:cs typeface="Arial"/>
                <a:hlinkClick r:id="rId6" action="ppaction://hlinksldjump"/>
              </a:rPr>
              <a:t> </a:t>
            </a:r>
            <a:r>
              <a:rPr dirty="0" sz="550" spc="-10">
                <a:solidFill>
                  <a:srgbClr val="585B66"/>
                </a:solidFill>
                <a:latin typeface="Arial"/>
                <a:cs typeface="Arial"/>
                <a:hlinkClick r:id="rId6" action="ppaction://hlinksldjump"/>
              </a:rPr>
              <a:t>Architecture</a:t>
            </a:r>
            <a:r>
              <a:rPr dirty="0" sz="550" spc="500">
                <a:solidFill>
                  <a:srgbClr val="585B66"/>
                </a:solidFill>
                <a:latin typeface="Arial"/>
                <a:cs typeface="Arial"/>
              </a:rPr>
              <a:t> </a:t>
            </a:r>
            <a:r>
              <a:rPr dirty="0" sz="550" spc="-10">
                <a:solidFill>
                  <a:srgbClr val="585B66"/>
                </a:solidFill>
                <a:latin typeface="Arial"/>
                <a:cs typeface="Arial"/>
                <a:hlinkClick r:id="rId7" action="ppaction://hlinksldjump"/>
              </a:rPr>
              <a:t>Methodology</a:t>
            </a:r>
            <a:endParaRPr sz="5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50"/>
              </a:spcBef>
            </a:pPr>
            <a:r>
              <a:rPr dirty="0" sz="550" spc="10">
                <a:solidFill>
                  <a:srgbClr val="585B66"/>
                </a:solidFill>
                <a:latin typeface="Arial"/>
                <a:cs typeface="Arial"/>
                <a:hlinkClick r:id="rId8" action="ppaction://hlinksldjump"/>
              </a:rPr>
              <a:t>Functional</a:t>
            </a:r>
            <a:r>
              <a:rPr dirty="0" sz="550" spc="85">
                <a:solidFill>
                  <a:srgbClr val="585B66"/>
                </a:solidFill>
                <a:latin typeface="Arial"/>
                <a:cs typeface="Arial"/>
                <a:hlinkClick r:id="rId8" action="ppaction://hlinksldjump"/>
              </a:rPr>
              <a:t> </a:t>
            </a:r>
            <a:r>
              <a:rPr dirty="0" sz="550" spc="-10">
                <a:solidFill>
                  <a:srgbClr val="585B66"/>
                </a:solidFill>
                <a:latin typeface="Arial"/>
                <a:cs typeface="Arial"/>
                <a:hlinkClick r:id="rId8" action="ppaction://hlinksldjump"/>
              </a:rPr>
              <a:t>Requirements</a:t>
            </a:r>
            <a:endParaRPr sz="550">
              <a:latin typeface="Arial"/>
              <a:cs typeface="Arial"/>
            </a:endParaRPr>
          </a:p>
          <a:p>
            <a:pPr marL="12700" marR="5080">
              <a:lnSpc>
                <a:spcPct val="166600"/>
              </a:lnSpc>
            </a:pPr>
            <a:r>
              <a:rPr dirty="0" sz="550" spc="10">
                <a:solidFill>
                  <a:srgbClr val="585B66"/>
                </a:solidFill>
                <a:latin typeface="Arial"/>
                <a:cs typeface="Arial"/>
                <a:hlinkClick r:id="rId9" action="ppaction://hlinksldjump"/>
              </a:rPr>
              <a:t>Non-Functional</a:t>
            </a:r>
            <a:r>
              <a:rPr dirty="0" sz="550" spc="125">
                <a:solidFill>
                  <a:srgbClr val="585B66"/>
                </a:solidFill>
                <a:latin typeface="Arial"/>
                <a:cs typeface="Arial"/>
                <a:hlinkClick r:id="rId9" action="ppaction://hlinksldjump"/>
              </a:rPr>
              <a:t> </a:t>
            </a:r>
            <a:r>
              <a:rPr dirty="0" sz="550" spc="-10">
                <a:solidFill>
                  <a:srgbClr val="585B66"/>
                </a:solidFill>
                <a:latin typeface="Arial"/>
                <a:cs typeface="Arial"/>
                <a:hlinkClick r:id="rId9" action="ppaction://hlinksldjump"/>
              </a:rPr>
              <a:t>Requirements</a:t>
            </a:r>
            <a:r>
              <a:rPr dirty="0" sz="550" spc="500">
                <a:solidFill>
                  <a:srgbClr val="585B66"/>
                </a:solidFill>
                <a:latin typeface="Arial"/>
                <a:cs typeface="Arial"/>
              </a:rPr>
              <a:t> </a:t>
            </a:r>
            <a:r>
              <a:rPr dirty="0" sz="550">
                <a:solidFill>
                  <a:srgbClr val="585B66"/>
                </a:solidFill>
                <a:latin typeface="Arial"/>
                <a:cs typeface="Arial"/>
                <a:hlinkClick r:id="rId10" action="ppaction://hlinksldjump"/>
              </a:rPr>
              <a:t>Hardware</a:t>
            </a:r>
            <a:r>
              <a:rPr dirty="0" sz="550" spc="150">
                <a:solidFill>
                  <a:srgbClr val="585B66"/>
                </a:solidFill>
                <a:latin typeface="Arial"/>
                <a:cs typeface="Arial"/>
                <a:hlinkClick r:id="rId10" action="ppaction://hlinksldjump"/>
              </a:rPr>
              <a:t> </a:t>
            </a:r>
            <a:r>
              <a:rPr dirty="0" sz="550" spc="-10">
                <a:solidFill>
                  <a:srgbClr val="585B66"/>
                </a:solidFill>
                <a:latin typeface="Arial"/>
                <a:cs typeface="Arial"/>
                <a:hlinkClick r:id="rId10" action="ppaction://hlinksldjump"/>
              </a:rPr>
              <a:t>Requirements</a:t>
            </a:r>
            <a:endParaRPr sz="550">
              <a:latin typeface="Arial"/>
              <a:cs typeface="Arial"/>
            </a:endParaRPr>
          </a:p>
          <a:p>
            <a:pPr marL="12700" marR="217170">
              <a:lnSpc>
                <a:spcPct val="166600"/>
              </a:lnSpc>
              <a:spcBef>
                <a:spcPts val="10"/>
              </a:spcBef>
            </a:pPr>
            <a:r>
              <a:rPr dirty="0" sz="550">
                <a:solidFill>
                  <a:srgbClr val="585B66"/>
                </a:solidFill>
                <a:latin typeface="Arial"/>
                <a:cs typeface="Arial"/>
                <a:hlinkClick r:id="rId11" action="ppaction://hlinksldjump"/>
              </a:rPr>
              <a:t>Software</a:t>
            </a:r>
            <a:r>
              <a:rPr dirty="0" sz="550" spc="150">
                <a:solidFill>
                  <a:srgbClr val="585B66"/>
                </a:solidFill>
                <a:latin typeface="Arial"/>
                <a:cs typeface="Arial"/>
                <a:hlinkClick r:id="rId11" action="ppaction://hlinksldjump"/>
              </a:rPr>
              <a:t> </a:t>
            </a:r>
            <a:r>
              <a:rPr dirty="0" sz="550" spc="-10">
                <a:solidFill>
                  <a:srgbClr val="585B66"/>
                </a:solidFill>
                <a:latin typeface="Arial"/>
                <a:cs typeface="Arial"/>
                <a:hlinkClick r:id="rId11" action="ppaction://hlinksldjump"/>
              </a:rPr>
              <a:t>Requirements</a:t>
            </a:r>
            <a:r>
              <a:rPr dirty="0" sz="550" spc="500">
                <a:solidFill>
                  <a:srgbClr val="585B66"/>
                </a:solidFill>
                <a:latin typeface="Arial"/>
                <a:cs typeface="Arial"/>
              </a:rPr>
              <a:t> </a:t>
            </a:r>
            <a:r>
              <a:rPr dirty="0" sz="550" spc="-10">
                <a:solidFill>
                  <a:srgbClr val="585B66"/>
                </a:solidFill>
                <a:latin typeface="Arial"/>
                <a:cs typeface="Arial"/>
                <a:hlinkClick r:id="rId12" action="ppaction://hlinksldjump"/>
              </a:rPr>
              <a:t>Result</a:t>
            </a:r>
            <a:endParaRPr sz="550">
              <a:latin typeface="Arial"/>
              <a:cs typeface="Arial"/>
            </a:endParaRPr>
          </a:p>
          <a:p>
            <a:pPr marL="12700" marR="547370">
              <a:lnSpc>
                <a:spcPts val="1000"/>
              </a:lnSpc>
              <a:spcBef>
                <a:spcPts val="90"/>
              </a:spcBef>
            </a:pPr>
            <a:r>
              <a:rPr dirty="0" sz="550" spc="-10">
                <a:solidFill>
                  <a:srgbClr val="585B66"/>
                </a:solidFill>
                <a:latin typeface="Arial"/>
                <a:cs typeface="Arial"/>
                <a:hlinkClick r:id="rId13" action="ppaction://hlinksldjump"/>
              </a:rPr>
              <a:t>Conclusion</a:t>
            </a:r>
            <a:r>
              <a:rPr dirty="0" sz="550" spc="500">
                <a:solidFill>
                  <a:srgbClr val="585B66"/>
                </a:solidFill>
                <a:latin typeface="Arial"/>
                <a:cs typeface="Arial"/>
              </a:rPr>
              <a:t> </a:t>
            </a:r>
            <a:r>
              <a:rPr dirty="0" sz="550">
                <a:solidFill>
                  <a:srgbClr val="585B66"/>
                </a:solidFill>
                <a:latin typeface="Arial"/>
                <a:cs typeface="Arial"/>
                <a:hlinkClick r:id="rId14" action="ppaction://hlinksldjump"/>
              </a:rPr>
              <a:t>Future</a:t>
            </a:r>
            <a:r>
              <a:rPr dirty="0" sz="550" spc="120">
                <a:solidFill>
                  <a:srgbClr val="585B66"/>
                </a:solidFill>
                <a:latin typeface="Arial"/>
                <a:cs typeface="Arial"/>
                <a:hlinkClick r:id="rId14" action="ppaction://hlinksldjump"/>
              </a:rPr>
              <a:t> </a:t>
            </a:r>
            <a:r>
              <a:rPr dirty="0" sz="550" spc="-10">
                <a:solidFill>
                  <a:srgbClr val="585B66"/>
                </a:solidFill>
                <a:latin typeface="Arial"/>
                <a:cs typeface="Arial"/>
                <a:hlinkClick r:id="rId14" action="ppaction://hlinksldjump"/>
              </a:rPr>
              <a:t>Scope</a:t>
            </a:r>
            <a:endParaRPr sz="550">
              <a:latin typeface="Arial"/>
              <a:cs typeface="Arial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0" y="2702636"/>
            <a:ext cx="1146175" cy="114300"/>
            <a:chOff x="0" y="2702636"/>
            <a:chExt cx="1146175" cy="114300"/>
          </a:xfrm>
        </p:grpSpPr>
        <p:sp>
          <p:nvSpPr>
            <p:cNvPr id="4" name="object 4"/>
            <p:cNvSpPr/>
            <p:nvPr/>
          </p:nvSpPr>
          <p:spPr>
            <a:xfrm>
              <a:off x="0" y="2702636"/>
              <a:ext cx="20320" cy="114300"/>
            </a:xfrm>
            <a:custGeom>
              <a:avLst/>
              <a:gdLst/>
              <a:ahLst/>
              <a:cxnLst/>
              <a:rect l="l" t="t" r="r" b="b"/>
              <a:pathLst>
                <a:path w="20320" h="114300">
                  <a:moveTo>
                    <a:pt x="20243" y="0"/>
                  </a:moveTo>
                  <a:lnTo>
                    <a:pt x="0" y="0"/>
                  </a:lnTo>
                  <a:lnTo>
                    <a:pt x="0" y="113868"/>
                  </a:lnTo>
                  <a:lnTo>
                    <a:pt x="20243" y="113868"/>
                  </a:lnTo>
                  <a:lnTo>
                    <a:pt x="20243" y="0"/>
                  </a:lnTo>
                  <a:close/>
                </a:path>
              </a:pathLst>
            </a:custGeom>
            <a:solidFill>
              <a:srgbClr val="0B4CB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20243" y="2702636"/>
              <a:ext cx="1125855" cy="114300"/>
            </a:xfrm>
            <a:custGeom>
              <a:avLst/>
              <a:gdLst/>
              <a:ahLst/>
              <a:cxnLst/>
              <a:rect l="l" t="t" r="r" b="b"/>
              <a:pathLst>
                <a:path w="1125855" h="114300">
                  <a:moveTo>
                    <a:pt x="1125423" y="0"/>
                  </a:moveTo>
                  <a:lnTo>
                    <a:pt x="0" y="0"/>
                  </a:lnTo>
                  <a:lnTo>
                    <a:pt x="0" y="113868"/>
                  </a:lnTo>
                  <a:lnTo>
                    <a:pt x="1125423" y="113868"/>
                  </a:lnTo>
                  <a:lnTo>
                    <a:pt x="1125423" y="0"/>
                  </a:lnTo>
                  <a:close/>
                </a:path>
              </a:pathLst>
            </a:custGeom>
            <a:solidFill>
              <a:srgbClr val="DCE5F7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 txBox="1"/>
          <p:nvPr/>
        </p:nvSpPr>
        <p:spPr>
          <a:xfrm>
            <a:off x="20243" y="2699321"/>
            <a:ext cx="1125855" cy="11493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28575">
              <a:lnSpc>
                <a:spcPct val="100000"/>
              </a:lnSpc>
              <a:spcBef>
                <a:spcPts val="135"/>
              </a:spcBef>
            </a:pPr>
            <a:r>
              <a:rPr dirty="0" sz="550" spc="-10">
                <a:solidFill>
                  <a:srgbClr val="0B4CB2"/>
                </a:solidFill>
                <a:latin typeface="Arial"/>
                <a:cs typeface="Arial"/>
                <a:hlinkClick r:id="rId15" action="ppaction://hlinksldjump"/>
              </a:rPr>
              <a:t>References</a:t>
            </a:r>
            <a:endParaRPr sz="55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409293" y="708080"/>
            <a:ext cx="4097020" cy="2511425"/>
          </a:xfrm>
          <a:prstGeom prst="rect">
            <a:avLst/>
          </a:prstGeom>
        </p:spPr>
        <p:txBody>
          <a:bodyPr wrap="square" lIns="0" tIns="7620" rIns="0" bIns="0" rtlCol="0" vert="horz">
            <a:spAutoFit/>
          </a:bodyPr>
          <a:lstStyle/>
          <a:p>
            <a:pPr algn="just" marL="236220" marR="156210" indent="-224154">
              <a:lnSpc>
                <a:spcPct val="105200"/>
              </a:lnSpc>
              <a:spcBef>
                <a:spcPts val="60"/>
              </a:spcBef>
              <a:buAutoNum type="arabicPlain"/>
              <a:tabLst>
                <a:tab pos="236220" algn="l"/>
                <a:tab pos="237490" algn="l"/>
              </a:tabLst>
            </a:pPr>
            <a:r>
              <a:rPr dirty="0" sz="750">
                <a:solidFill>
                  <a:srgbClr val="0B4CB2"/>
                </a:solidFill>
                <a:latin typeface="Arial"/>
                <a:cs typeface="Arial"/>
              </a:rPr>
              <a:t>	</a:t>
            </a:r>
            <a:r>
              <a:rPr dirty="0" sz="750">
                <a:solidFill>
                  <a:srgbClr val="131318"/>
                </a:solidFill>
                <a:latin typeface="Arial"/>
                <a:cs typeface="Arial"/>
              </a:rPr>
              <a:t>H. Wang,</a:t>
            </a:r>
            <a:r>
              <a:rPr dirty="0" sz="750" spc="5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131318"/>
                </a:solidFill>
                <a:latin typeface="Arial"/>
                <a:cs typeface="Arial"/>
              </a:rPr>
              <a:t>J.</a:t>
            </a:r>
            <a:r>
              <a:rPr dirty="0" sz="750" spc="5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131318"/>
                </a:solidFill>
                <a:latin typeface="Arial"/>
                <a:cs typeface="Arial"/>
              </a:rPr>
              <a:t>Liu,</a:t>
            </a:r>
            <a:r>
              <a:rPr dirty="0" sz="750" spc="5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131318"/>
                </a:solidFill>
                <a:latin typeface="Arial"/>
                <a:cs typeface="Arial"/>
              </a:rPr>
              <a:t>and</a:t>
            </a:r>
            <a:r>
              <a:rPr dirty="0" sz="750" spc="5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131318"/>
                </a:solidFill>
                <a:latin typeface="Arial"/>
                <a:cs typeface="Arial"/>
              </a:rPr>
              <a:t>J.</a:t>
            </a:r>
            <a:r>
              <a:rPr dirty="0" sz="750" spc="5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131318"/>
                </a:solidFill>
                <a:latin typeface="Arial"/>
                <a:cs typeface="Arial"/>
              </a:rPr>
              <a:t>Zhao, “Blockchain</a:t>
            </a:r>
            <a:r>
              <a:rPr dirty="0" sz="750" spc="5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131318"/>
                </a:solidFill>
                <a:latin typeface="Arial"/>
                <a:cs typeface="Arial"/>
              </a:rPr>
              <a:t>smart</a:t>
            </a:r>
            <a:r>
              <a:rPr dirty="0" sz="750" spc="5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131318"/>
                </a:solidFill>
                <a:latin typeface="Arial"/>
                <a:cs typeface="Arial"/>
              </a:rPr>
              <a:t>contracts</a:t>
            </a:r>
            <a:r>
              <a:rPr dirty="0" sz="750" spc="5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131318"/>
                </a:solidFill>
                <a:latin typeface="Arial"/>
                <a:cs typeface="Arial"/>
              </a:rPr>
              <a:t>for</a:t>
            </a:r>
            <a:r>
              <a:rPr dirty="0" sz="750" spc="5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131318"/>
                </a:solidFill>
                <a:latin typeface="Arial"/>
                <a:cs typeface="Arial"/>
              </a:rPr>
              <a:t>decentralized</a:t>
            </a:r>
            <a:r>
              <a:rPr dirty="0" sz="750" spc="5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131318"/>
                </a:solidFill>
                <a:latin typeface="Arial"/>
                <a:cs typeface="Arial"/>
              </a:rPr>
              <a:t>matching </a:t>
            </a:r>
            <a:r>
              <a:rPr dirty="0" sz="750" spc="-25">
                <a:solidFill>
                  <a:srgbClr val="131318"/>
                </a:solidFill>
                <a:latin typeface="Arial"/>
                <a:cs typeface="Arial"/>
              </a:rPr>
              <a:t>of</a:t>
            </a:r>
            <a:r>
              <a:rPr dirty="0" sz="750">
                <a:solidFill>
                  <a:srgbClr val="131318"/>
                </a:solidFill>
                <a:latin typeface="Arial"/>
                <a:cs typeface="Arial"/>
              </a:rPr>
              <a:t> counterparties</a:t>
            </a:r>
            <a:r>
              <a:rPr dirty="0" sz="750" spc="30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131318"/>
                </a:solidFill>
                <a:latin typeface="Arial"/>
                <a:cs typeface="Arial"/>
              </a:rPr>
              <a:t>and</a:t>
            </a:r>
            <a:r>
              <a:rPr dirty="0" sz="750" spc="35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131318"/>
                </a:solidFill>
                <a:latin typeface="Arial"/>
                <a:cs typeface="Arial"/>
              </a:rPr>
              <a:t>automatic</a:t>
            </a:r>
            <a:r>
              <a:rPr dirty="0" sz="750" spc="35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131318"/>
                </a:solidFill>
                <a:latin typeface="Arial"/>
                <a:cs typeface="Arial"/>
              </a:rPr>
              <a:t>settlement</a:t>
            </a:r>
            <a:r>
              <a:rPr dirty="0" sz="750" spc="35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131318"/>
                </a:solidFill>
                <a:latin typeface="Arial"/>
                <a:cs typeface="Arial"/>
              </a:rPr>
              <a:t>of</a:t>
            </a:r>
            <a:r>
              <a:rPr dirty="0" sz="750" spc="30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131318"/>
                </a:solidFill>
                <a:latin typeface="Arial"/>
                <a:cs typeface="Arial"/>
              </a:rPr>
              <a:t>financial</a:t>
            </a:r>
            <a:r>
              <a:rPr dirty="0" sz="750" spc="35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750" spc="-10">
                <a:solidFill>
                  <a:srgbClr val="131318"/>
                </a:solidFill>
                <a:latin typeface="Arial"/>
                <a:cs typeface="Arial"/>
              </a:rPr>
              <a:t>derivatives,”</a:t>
            </a:r>
            <a:r>
              <a:rPr dirty="0" sz="750" spc="35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750" i="1">
                <a:solidFill>
                  <a:srgbClr val="131318"/>
                </a:solidFill>
                <a:latin typeface="Arial"/>
                <a:cs typeface="Arial"/>
              </a:rPr>
              <a:t>Blockchain:</a:t>
            </a:r>
            <a:r>
              <a:rPr dirty="0" sz="750" spc="90" i="1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750" spc="-10" i="1">
                <a:solidFill>
                  <a:srgbClr val="131318"/>
                </a:solidFill>
                <a:latin typeface="Arial"/>
                <a:cs typeface="Arial"/>
              </a:rPr>
              <a:t>Research </a:t>
            </a:r>
            <a:r>
              <a:rPr dirty="0" sz="750" i="1">
                <a:solidFill>
                  <a:srgbClr val="131318"/>
                </a:solidFill>
                <a:latin typeface="Arial"/>
                <a:cs typeface="Arial"/>
              </a:rPr>
              <a:t>and</a:t>
            </a:r>
            <a:r>
              <a:rPr dirty="0" sz="750" spc="15" i="1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750" i="1">
                <a:solidFill>
                  <a:srgbClr val="131318"/>
                </a:solidFill>
                <a:latin typeface="Arial"/>
                <a:cs typeface="Arial"/>
              </a:rPr>
              <a:t>Applications</a:t>
            </a:r>
            <a:r>
              <a:rPr dirty="0" sz="750">
                <a:solidFill>
                  <a:srgbClr val="131318"/>
                </a:solidFill>
                <a:latin typeface="Arial"/>
                <a:cs typeface="Arial"/>
              </a:rPr>
              <a:t>,</a:t>
            </a:r>
            <a:r>
              <a:rPr dirty="0" sz="750" spc="15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131318"/>
                </a:solidFill>
                <a:latin typeface="Arial"/>
                <a:cs typeface="Arial"/>
              </a:rPr>
              <a:t>vol.</a:t>
            </a:r>
            <a:r>
              <a:rPr dirty="0" sz="750" spc="20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131318"/>
                </a:solidFill>
                <a:latin typeface="Arial"/>
                <a:cs typeface="Arial"/>
              </a:rPr>
              <a:t>6,</a:t>
            </a:r>
            <a:r>
              <a:rPr dirty="0" sz="750" spc="15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131318"/>
                </a:solidFill>
                <a:latin typeface="Arial"/>
                <a:cs typeface="Arial"/>
              </a:rPr>
              <a:t>100300,</a:t>
            </a:r>
            <a:r>
              <a:rPr dirty="0" sz="750" spc="20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131318"/>
                </a:solidFill>
                <a:latin typeface="Arial"/>
                <a:cs typeface="Arial"/>
              </a:rPr>
              <a:t>2025.</a:t>
            </a:r>
            <a:r>
              <a:rPr dirty="0" sz="750" spc="15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750" spc="-10">
                <a:solidFill>
                  <a:srgbClr val="131318"/>
                </a:solidFill>
                <a:latin typeface="Arial"/>
                <a:cs typeface="Arial"/>
              </a:rPr>
              <a:t>doi:10.1016/j.bcra.2025.100300.</a:t>
            </a:r>
            <a:endParaRPr sz="750">
              <a:latin typeface="Arial"/>
              <a:cs typeface="Arial"/>
            </a:endParaRPr>
          </a:p>
          <a:p>
            <a:pPr marL="236220" marR="180340" indent="-224154">
              <a:lnSpc>
                <a:spcPct val="105200"/>
              </a:lnSpc>
              <a:spcBef>
                <a:spcPts val="550"/>
              </a:spcBef>
              <a:buAutoNum type="arabicPlain"/>
              <a:tabLst>
                <a:tab pos="236220" algn="l"/>
                <a:tab pos="237490" algn="l"/>
              </a:tabLst>
            </a:pPr>
            <a:r>
              <a:rPr dirty="0" sz="750">
                <a:solidFill>
                  <a:srgbClr val="0B4CB2"/>
                </a:solidFill>
                <a:latin typeface="Arial"/>
                <a:cs typeface="Arial"/>
              </a:rPr>
              <a:t>	</a:t>
            </a:r>
            <a:r>
              <a:rPr dirty="0" sz="750">
                <a:solidFill>
                  <a:srgbClr val="131318"/>
                </a:solidFill>
                <a:latin typeface="Arial"/>
                <a:cs typeface="Arial"/>
              </a:rPr>
              <a:t>J.</a:t>
            </a:r>
            <a:r>
              <a:rPr dirty="0" sz="750" spc="5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131318"/>
                </a:solidFill>
                <a:latin typeface="Arial"/>
                <a:cs typeface="Arial"/>
              </a:rPr>
              <a:t>A.</a:t>
            </a:r>
            <a:r>
              <a:rPr dirty="0" sz="750" spc="5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131318"/>
                </a:solidFill>
                <a:latin typeface="Arial"/>
                <a:cs typeface="Arial"/>
              </a:rPr>
              <a:t>Berrios</a:t>
            </a:r>
            <a:r>
              <a:rPr dirty="0" sz="750" spc="5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131318"/>
                </a:solidFill>
                <a:latin typeface="Arial"/>
                <a:cs typeface="Arial"/>
              </a:rPr>
              <a:t>Moya,</a:t>
            </a:r>
            <a:r>
              <a:rPr dirty="0" sz="750" spc="10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131318"/>
                </a:solidFill>
                <a:latin typeface="Arial"/>
                <a:cs typeface="Arial"/>
              </a:rPr>
              <a:t>J.</a:t>
            </a:r>
            <a:r>
              <a:rPr dirty="0" sz="750" spc="5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131318"/>
                </a:solidFill>
                <a:latin typeface="Arial"/>
                <a:cs typeface="Arial"/>
              </a:rPr>
              <a:t>Ayoade,</a:t>
            </a:r>
            <a:r>
              <a:rPr dirty="0" sz="750" spc="5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131318"/>
                </a:solidFill>
                <a:latin typeface="Arial"/>
                <a:cs typeface="Arial"/>
              </a:rPr>
              <a:t>and</a:t>
            </a:r>
            <a:r>
              <a:rPr dirty="0" sz="750" spc="5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131318"/>
                </a:solidFill>
                <a:latin typeface="Arial"/>
                <a:cs typeface="Arial"/>
              </a:rPr>
              <a:t>M.</a:t>
            </a:r>
            <a:r>
              <a:rPr dirty="0" sz="750" spc="5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131318"/>
                </a:solidFill>
                <a:latin typeface="Arial"/>
                <a:cs typeface="Arial"/>
              </a:rPr>
              <a:t>A.</a:t>
            </a:r>
            <a:r>
              <a:rPr dirty="0" sz="750" spc="10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131318"/>
                </a:solidFill>
                <a:latin typeface="Arial"/>
                <a:cs typeface="Arial"/>
              </a:rPr>
              <a:t>Uddin,</a:t>
            </a:r>
            <a:r>
              <a:rPr dirty="0" sz="750" spc="5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131318"/>
                </a:solidFill>
                <a:latin typeface="Arial"/>
                <a:cs typeface="Arial"/>
              </a:rPr>
              <a:t>“A</a:t>
            </a:r>
            <a:r>
              <a:rPr dirty="0" sz="750" spc="5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750" spc="-10">
                <a:solidFill>
                  <a:srgbClr val="131318"/>
                </a:solidFill>
                <a:latin typeface="Arial"/>
                <a:cs typeface="Arial"/>
              </a:rPr>
              <a:t>zero-</a:t>
            </a:r>
            <a:r>
              <a:rPr dirty="0" sz="750">
                <a:solidFill>
                  <a:srgbClr val="131318"/>
                </a:solidFill>
                <a:latin typeface="Arial"/>
                <a:cs typeface="Arial"/>
              </a:rPr>
              <a:t>knowledge</a:t>
            </a:r>
            <a:r>
              <a:rPr dirty="0" sz="750" spc="5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131318"/>
                </a:solidFill>
                <a:latin typeface="Arial"/>
                <a:cs typeface="Arial"/>
              </a:rPr>
              <a:t>proof-</a:t>
            </a:r>
            <a:r>
              <a:rPr dirty="0" sz="750" spc="-10">
                <a:solidFill>
                  <a:srgbClr val="131318"/>
                </a:solidFill>
                <a:latin typeface="Arial"/>
                <a:cs typeface="Arial"/>
              </a:rPr>
              <a:t>enabled </a:t>
            </a:r>
            <a:r>
              <a:rPr dirty="0" sz="750">
                <a:solidFill>
                  <a:srgbClr val="131318"/>
                </a:solidFill>
                <a:latin typeface="Arial"/>
                <a:cs typeface="Arial"/>
              </a:rPr>
              <a:t>blockchain-based</a:t>
            </a:r>
            <a:r>
              <a:rPr dirty="0" sz="750" spc="10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131318"/>
                </a:solidFill>
                <a:latin typeface="Arial"/>
                <a:cs typeface="Arial"/>
              </a:rPr>
              <a:t>academic</a:t>
            </a:r>
            <a:r>
              <a:rPr dirty="0" sz="750" spc="10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131318"/>
                </a:solidFill>
                <a:latin typeface="Arial"/>
                <a:cs typeface="Arial"/>
              </a:rPr>
              <a:t>record</a:t>
            </a:r>
            <a:r>
              <a:rPr dirty="0" sz="750" spc="10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131318"/>
                </a:solidFill>
                <a:latin typeface="Arial"/>
                <a:cs typeface="Arial"/>
              </a:rPr>
              <a:t>verification</a:t>
            </a:r>
            <a:r>
              <a:rPr dirty="0" sz="750" spc="10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750" spc="-10">
                <a:solidFill>
                  <a:srgbClr val="131318"/>
                </a:solidFill>
                <a:latin typeface="Arial"/>
                <a:cs typeface="Arial"/>
              </a:rPr>
              <a:t>system,”</a:t>
            </a:r>
            <a:r>
              <a:rPr dirty="0" sz="750" spc="15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750" i="1">
                <a:solidFill>
                  <a:srgbClr val="131318"/>
                </a:solidFill>
                <a:latin typeface="Arial"/>
                <a:cs typeface="Arial"/>
              </a:rPr>
              <a:t>Sensors</a:t>
            </a:r>
            <a:r>
              <a:rPr dirty="0" sz="750">
                <a:solidFill>
                  <a:srgbClr val="131318"/>
                </a:solidFill>
                <a:latin typeface="Arial"/>
                <a:cs typeface="Arial"/>
              </a:rPr>
              <a:t>,</a:t>
            </a:r>
            <a:r>
              <a:rPr dirty="0" sz="750" spc="10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131318"/>
                </a:solidFill>
                <a:latin typeface="Arial"/>
                <a:cs typeface="Arial"/>
              </a:rPr>
              <a:t>vol.</a:t>
            </a:r>
            <a:r>
              <a:rPr dirty="0" sz="750" spc="10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131318"/>
                </a:solidFill>
                <a:latin typeface="Arial"/>
                <a:cs typeface="Arial"/>
              </a:rPr>
              <a:t>25,</a:t>
            </a:r>
            <a:r>
              <a:rPr dirty="0" sz="750" spc="10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131318"/>
                </a:solidFill>
                <a:latin typeface="Arial"/>
                <a:cs typeface="Arial"/>
              </a:rPr>
              <a:t>no.</a:t>
            </a:r>
            <a:r>
              <a:rPr dirty="0" sz="750" spc="10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131318"/>
                </a:solidFill>
                <a:latin typeface="Arial"/>
                <a:cs typeface="Arial"/>
              </a:rPr>
              <a:t>11,</a:t>
            </a:r>
            <a:r>
              <a:rPr dirty="0" sz="750" spc="15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750" spc="-10">
                <a:solidFill>
                  <a:srgbClr val="131318"/>
                </a:solidFill>
                <a:latin typeface="Arial"/>
                <a:cs typeface="Arial"/>
              </a:rPr>
              <a:t>3450, </a:t>
            </a:r>
            <a:r>
              <a:rPr dirty="0" sz="750">
                <a:solidFill>
                  <a:srgbClr val="131318"/>
                </a:solidFill>
                <a:latin typeface="Arial"/>
                <a:cs typeface="Arial"/>
              </a:rPr>
              <a:t>2025.</a:t>
            </a:r>
            <a:r>
              <a:rPr dirty="0" sz="750" spc="15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750" spc="-10">
                <a:solidFill>
                  <a:srgbClr val="131318"/>
                </a:solidFill>
                <a:latin typeface="Arial"/>
                <a:cs typeface="Arial"/>
              </a:rPr>
              <a:t>doi:10.3390/s25113450.</a:t>
            </a:r>
            <a:endParaRPr sz="750">
              <a:latin typeface="Arial"/>
              <a:cs typeface="Arial"/>
            </a:endParaRPr>
          </a:p>
          <a:p>
            <a:pPr marL="236220" marR="5080" indent="-224154">
              <a:lnSpc>
                <a:spcPct val="105200"/>
              </a:lnSpc>
              <a:spcBef>
                <a:spcPts val="405"/>
              </a:spcBef>
              <a:buAutoNum type="arabicPlain"/>
              <a:tabLst>
                <a:tab pos="236220" algn="l"/>
                <a:tab pos="237490" algn="l"/>
              </a:tabLst>
            </a:pPr>
            <a:r>
              <a:rPr dirty="0" sz="750">
                <a:solidFill>
                  <a:srgbClr val="0B4CB2"/>
                </a:solidFill>
                <a:latin typeface="Arial"/>
                <a:cs typeface="Arial"/>
              </a:rPr>
              <a:t>	</a:t>
            </a:r>
            <a:r>
              <a:rPr dirty="0" sz="750">
                <a:solidFill>
                  <a:srgbClr val="131318"/>
                </a:solidFill>
                <a:latin typeface="Arial"/>
                <a:cs typeface="Arial"/>
              </a:rPr>
              <a:t>I.</a:t>
            </a:r>
            <a:r>
              <a:rPr dirty="0" sz="750" spc="15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131318"/>
                </a:solidFill>
                <a:latin typeface="Arial"/>
                <a:cs typeface="Arial"/>
              </a:rPr>
              <a:t>Ioannou</a:t>
            </a:r>
            <a:r>
              <a:rPr dirty="0" sz="750" spc="15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131318"/>
                </a:solidFill>
                <a:latin typeface="Arial"/>
                <a:cs typeface="Arial"/>
              </a:rPr>
              <a:t>and</a:t>
            </a:r>
            <a:r>
              <a:rPr dirty="0" sz="750" spc="20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131318"/>
                </a:solidFill>
                <a:latin typeface="Arial"/>
                <a:cs typeface="Arial"/>
              </a:rPr>
              <a:t>G.</a:t>
            </a:r>
            <a:r>
              <a:rPr dirty="0" sz="750" spc="15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131318"/>
                </a:solidFill>
                <a:latin typeface="Arial"/>
                <a:cs typeface="Arial"/>
              </a:rPr>
              <a:t>Demirel,</a:t>
            </a:r>
            <a:r>
              <a:rPr dirty="0" sz="750" spc="20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131318"/>
                </a:solidFill>
                <a:latin typeface="Arial"/>
                <a:cs typeface="Arial"/>
              </a:rPr>
              <a:t>“Blockchain</a:t>
            </a:r>
            <a:r>
              <a:rPr dirty="0" sz="750" spc="15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131318"/>
                </a:solidFill>
                <a:latin typeface="Arial"/>
                <a:cs typeface="Arial"/>
              </a:rPr>
              <a:t>and</a:t>
            </a:r>
            <a:r>
              <a:rPr dirty="0" sz="750" spc="20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131318"/>
                </a:solidFill>
                <a:latin typeface="Arial"/>
                <a:cs typeface="Arial"/>
              </a:rPr>
              <a:t>supply</a:t>
            </a:r>
            <a:r>
              <a:rPr dirty="0" sz="750" spc="15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131318"/>
                </a:solidFill>
                <a:latin typeface="Arial"/>
                <a:cs typeface="Arial"/>
              </a:rPr>
              <a:t>chain</a:t>
            </a:r>
            <a:r>
              <a:rPr dirty="0" sz="750" spc="20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131318"/>
                </a:solidFill>
                <a:latin typeface="Arial"/>
                <a:cs typeface="Arial"/>
              </a:rPr>
              <a:t>finance:</a:t>
            </a:r>
            <a:r>
              <a:rPr dirty="0" sz="750" spc="70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131318"/>
                </a:solidFill>
                <a:latin typeface="Arial"/>
                <a:cs typeface="Arial"/>
              </a:rPr>
              <a:t>a</a:t>
            </a:r>
            <a:r>
              <a:rPr dirty="0" sz="750" spc="15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131318"/>
                </a:solidFill>
                <a:latin typeface="Arial"/>
                <a:cs typeface="Arial"/>
              </a:rPr>
              <a:t>critical</a:t>
            </a:r>
            <a:r>
              <a:rPr dirty="0" sz="750" spc="20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131318"/>
                </a:solidFill>
                <a:latin typeface="Arial"/>
                <a:cs typeface="Arial"/>
              </a:rPr>
              <a:t>literature</a:t>
            </a:r>
            <a:r>
              <a:rPr dirty="0" sz="750" spc="15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750" spc="-10">
                <a:solidFill>
                  <a:srgbClr val="131318"/>
                </a:solidFill>
                <a:latin typeface="Arial"/>
                <a:cs typeface="Arial"/>
              </a:rPr>
              <a:t>review </a:t>
            </a:r>
            <a:r>
              <a:rPr dirty="0" sz="750">
                <a:solidFill>
                  <a:srgbClr val="131318"/>
                </a:solidFill>
                <a:latin typeface="Arial"/>
                <a:cs typeface="Arial"/>
              </a:rPr>
              <a:t>at</a:t>
            </a:r>
            <a:r>
              <a:rPr dirty="0" sz="750" spc="15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131318"/>
                </a:solidFill>
                <a:latin typeface="Arial"/>
                <a:cs typeface="Arial"/>
              </a:rPr>
              <a:t>the</a:t>
            </a:r>
            <a:r>
              <a:rPr dirty="0" sz="750" spc="20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131318"/>
                </a:solidFill>
                <a:latin typeface="Arial"/>
                <a:cs typeface="Arial"/>
              </a:rPr>
              <a:t>intersection</a:t>
            </a:r>
            <a:r>
              <a:rPr dirty="0" sz="750" spc="15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131318"/>
                </a:solidFill>
                <a:latin typeface="Arial"/>
                <a:cs typeface="Arial"/>
              </a:rPr>
              <a:t>of</a:t>
            </a:r>
            <a:r>
              <a:rPr dirty="0" sz="750" spc="20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131318"/>
                </a:solidFill>
                <a:latin typeface="Arial"/>
                <a:cs typeface="Arial"/>
              </a:rPr>
              <a:t>operations,</a:t>
            </a:r>
            <a:r>
              <a:rPr dirty="0" sz="750" spc="15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131318"/>
                </a:solidFill>
                <a:latin typeface="Arial"/>
                <a:cs typeface="Arial"/>
              </a:rPr>
              <a:t>finance</a:t>
            </a:r>
            <a:r>
              <a:rPr dirty="0" sz="750" spc="20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131318"/>
                </a:solidFill>
                <a:latin typeface="Arial"/>
                <a:cs typeface="Arial"/>
              </a:rPr>
              <a:t>and</a:t>
            </a:r>
            <a:r>
              <a:rPr dirty="0" sz="750" spc="20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750" spc="-25">
                <a:solidFill>
                  <a:srgbClr val="131318"/>
                </a:solidFill>
                <a:latin typeface="Arial"/>
                <a:cs typeface="Arial"/>
              </a:rPr>
              <a:t>law,”</a:t>
            </a:r>
            <a:r>
              <a:rPr dirty="0" sz="750" spc="15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750" i="1">
                <a:solidFill>
                  <a:srgbClr val="131318"/>
                </a:solidFill>
                <a:latin typeface="Arial"/>
                <a:cs typeface="Arial"/>
              </a:rPr>
              <a:t>Journal</a:t>
            </a:r>
            <a:r>
              <a:rPr dirty="0" sz="750" spc="20" i="1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750" i="1">
                <a:solidFill>
                  <a:srgbClr val="131318"/>
                </a:solidFill>
                <a:latin typeface="Arial"/>
                <a:cs typeface="Arial"/>
              </a:rPr>
              <a:t>of</a:t>
            </a:r>
            <a:r>
              <a:rPr dirty="0" sz="750" spc="15" i="1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750" i="1">
                <a:solidFill>
                  <a:srgbClr val="131318"/>
                </a:solidFill>
                <a:latin typeface="Arial"/>
                <a:cs typeface="Arial"/>
              </a:rPr>
              <a:t>Banking</a:t>
            </a:r>
            <a:r>
              <a:rPr dirty="0" sz="750" spc="20" i="1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750" i="1">
                <a:solidFill>
                  <a:srgbClr val="131318"/>
                </a:solidFill>
                <a:latin typeface="Arial"/>
                <a:cs typeface="Arial"/>
              </a:rPr>
              <a:t>and</a:t>
            </a:r>
            <a:r>
              <a:rPr dirty="0" sz="750" spc="15" i="1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750" spc="-10" i="1">
                <a:solidFill>
                  <a:srgbClr val="131318"/>
                </a:solidFill>
                <a:latin typeface="Arial"/>
                <a:cs typeface="Arial"/>
              </a:rPr>
              <a:t>Financial Technology</a:t>
            </a:r>
            <a:r>
              <a:rPr dirty="0" sz="750" spc="-10">
                <a:solidFill>
                  <a:srgbClr val="131318"/>
                </a:solidFill>
                <a:latin typeface="Arial"/>
                <a:cs typeface="Arial"/>
              </a:rPr>
              <a:t>,</a:t>
            </a:r>
            <a:r>
              <a:rPr dirty="0" sz="750" spc="25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131318"/>
                </a:solidFill>
                <a:latin typeface="Arial"/>
                <a:cs typeface="Arial"/>
              </a:rPr>
              <a:t>vol.</a:t>
            </a:r>
            <a:r>
              <a:rPr dirty="0" sz="750" spc="30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131318"/>
                </a:solidFill>
                <a:latin typeface="Arial"/>
                <a:cs typeface="Arial"/>
              </a:rPr>
              <a:t>6,</a:t>
            </a:r>
            <a:r>
              <a:rPr dirty="0" sz="750" spc="30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131318"/>
                </a:solidFill>
                <a:latin typeface="Arial"/>
                <a:cs typeface="Arial"/>
              </a:rPr>
              <a:t>pp.</a:t>
            </a:r>
            <a:r>
              <a:rPr dirty="0" sz="750" spc="30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131318"/>
                </a:solidFill>
                <a:latin typeface="Arial"/>
                <a:cs typeface="Arial"/>
              </a:rPr>
              <a:t>83–107,</a:t>
            </a:r>
            <a:r>
              <a:rPr dirty="0" sz="750" spc="30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131318"/>
                </a:solidFill>
                <a:latin typeface="Arial"/>
                <a:cs typeface="Arial"/>
              </a:rPr>
              <a:t>2022.</a:t>
            </a:r>
            <a:r>
              <a:rPr dirty="0" sz="750" spc="30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131318"/>
                </a:solidFill>
                <a:latin typeface="Arial"/>
                <a:cs typeface="Arial"/>
              </a:rPr>
              <a:t>doi:10.1007/s42786-022-00040-</a:t>
            </a:r>
            <a:r>
              <a:rPr dirty="0" sz="750" spc="-25">
                <a:solidFill>
                  <a:srgbClr val="131318"/>
                </a:solidFill>
                <a:latin typeface="Arial"/>
                <a:cs typeface="Arial"/>
              </a:rPr>
              <a:t>1.</a:t>
            </a:r>
            <a:endParaRPr sz="750">
              <a:latin typeface="Arial"/>
              <a:cs typeface="Arial"/>
            </a:endParaRPr>
          </a:p>
          <a:p>
            <a:pPr algn="just" marL="236220" marR="27305" indent="-224154">
              <a:lnSpc>
                <a:spcPct val="105200"/>
              </a:lnSpc>
              <a:spcBef>
                <a:spcPts val="555"/>
              </a:spcBef>
              <a:buAutoNum type="arabicPlain"/>
              <a:tabLst>
                <a:tab pos="236220" algn="l"/>
                <a:tab pos="237490" algn="l"/>
              </a:tabLst>
            </a:pPr>
            <a:r>
              <a:rPr dirty="0" sz="750">
                <a:solidFill>
                  <a:srgbClr val="0B4CB2"/>
                </a:solidFill>
                <a:latin typeface="Arial"/>
                <a:cs typeface="Arial"/>
              </a:rPr>
              <a:t>	</a:t>
            </a:r>
            <a:r>
              <a:rPr dirty="0" sz="750">
                <a:solidFill>
                  <a:srgbClr val="131318"/>
                </a:solidFill>
                <a:latin typeface="Arial"/>
                <a:cs typeface="Arial"/>
              </a:rPr>
              <a:t>S. K. Rana, A. K.</a:t>
            </a:r>
            <a:r>
              <a:rPr dirty="0" sz="750" spc="5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131318"/>
                </a:solidFill>
                <a:latin typeface="Arial"/>
                <a:cs typeface="Arial"/>
              </a:rPr>
              <a:t>Rana, S. K. Rana,</a:t>
            </a:r>
            <a:r>
              <a:rPr dirty="0" sz="750" spc="5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750" spc="-45">
                <a:solidFill>
                  <a:srgbClr val="131318"/>
                </a:solidFill>
                <a:latin typeface="Arial"/>
                <a:cs typeface="Arial"/>
              </a:rPr>
              <a:t>V.</a:t>
            </a:r>
            <a:r>
              <a:rPr dirty="0" sz="750">
                <a:solidFill>
                  <a:srgbClr val="131318"/>
                </a:solidFill>
                <a:latin typeface="Arial"/>
                <a:cs typeface="Arial"/>
              </a:rPr>
              <a:t> Sharma, U. K.</a:t>
            </a:r>
            <a:r>
              <a:rPr dirty="0" sz="750" spc="5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131318"/>
                </a:solidFill>
                <a:latin typeface="Arial"/>
                <a:cs typeface="Arial"/>
              </a:rPr>
              <a:t>Lilhore, O. I. Khalaf, and</a:t>
            </a:r>
            <a:r>
              <a:rPr dirty="0" sz="750" spc="5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131318"/>
                </a:solidFill>
                <a:latin typeface="Arial"/>
                <a:cs typeface="Arial"/>
              </a:rPr>
              <a:t>A. </a:t>
            </a:r>
            <a:r>
              <a:rPr dirty="0" sz="750" spc="-10">
                <a:solidFill>
                  <a:srgbClr val="131318"/>
                </a:solidFill>
                <a:latin typeface="Arial"/>
                <a:cs typeface="Arial"/>
              </a:rPr>
              <a:t>Galletta, </a:t>
            </a:r>
            <a:r>
              <a:rPr dirty="0" sz="750">
                <a:solidFill>
                  <a:srgbClr val="131318"/>
                </a:solidFill>
                <a:latin typeface="Arial"/>
                <a:cs typeface="Arial"/>
              </a:rPr>
              <a:t>“Decentralized</a:t>
            </a:r>
            <a:r>
              <a:rPr dirty="0" sz="750" spc="15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131318"/>
                </a:solidFill>
                <a:latin typeface="Arial"/>
                <a:cs typeface="Arial"/>
              </a:rPr>
              <a:t>model</a:t>
            </a:r>
            <a:r>
              <a:rPr dirty="0" sz="750" spc="15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131318"/>
                </a:solidFill>
                <a:latin typeface="Arial"/>
                <a:cs typeface="Arial"/>
              </a:rPr>
              <a:t>to</a:t>
            </a:r>
            <a:r>
              <a:rPr dirty="0" sz="750" spc="20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131318"/>
                </a:solidFill>
                <a:latin typeface="Arial"/>
                <a:cs typeface="Arial"/>
              </a:rPr>
              <a:t>protect</a:t>
            </a:r>
            <a:r>
              <a:rPr dirty="0" sz="750" spc="15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131318"/>
                </a:solidFill>
                <a:latin typeface="Arial"/>
                <a:cs typeface="Arial"/>
              </a:rPr>
              <a:t>digital</a:t>
            </a:r>
            <a:r>
              <a:rPr dirty="0" sz="750" spc="20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131318"/>
                </a:solidFill>
                <a:latin typeface="Arial"/>
                <a:cs typeface="Arial"/>
              </a:rPr>
              <a:t>evidence</a:t>
            </a:r>
            <a:r>
              <a:rPr dirty="0" sz="750" spc="15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131318"/>
                </a:solidFill>
                <a:latin typeface="Arial"/>
                <a:cs typeface="Arial"/>
              </a:rPr>
              <a:t>via</a:t>
            </a:r>
            <a:r>
              <a:rPr dirty="0" sz="750" spc="15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131318"/>
                </a:solidFill>
                <a:latin typeface="Arial"/>
                <a:cs typeface="Arial"/>
              </a:rPr>
              <a:t>smart</a:t>
            </a:r>
            <a:r>
              <a:rPr dirty="0" sz="750" spc="20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131318"/>
                </a:solidFill>
                <a:latin typeface="Arial"/>
                <a:cs typeface="Arial"/>
              </a:rPr>
              <a:t>contracts</a:t>
            </a:r>
            <a:r>
              <a:rPr dirty="0" sz="750" spc="15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131318"/>
                </a:solidFill>
                <a:latin typeface="Arial"/>
                <a:cs typeface="Arial"/>
              </a:rPr>
              <a:t>using</a:t>
            </a:r>
            <a:r>
              <a:rPr dirty="0" sz="750" spc="20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131318"/>
                </a:solidFill>
                <a:latin typeface="Arial"/>
                <a:cs typeface="Arial"/>
              </a:rPr>
              <a:t>Layer</a:t>
            </a:r>
            <a:r>
              <a:rPr dirty="0" sz="750" spc="15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131318"/>
                </a:solidFill>
                <a:latin typeface="Arial"/>
                <a:cs typeface="Arial"/>
              </a:rPr>
              <a:t>2</a:t>
            </a:r>
            <a:r>
              <a:rPr dirty="0" sz="750" spc="15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750" spc="-10">
                <a:solidFill>
                  <a:srgbClr val="131318"/>
                </a:solidFill>
                <a:latin typeface="Arial"/>
                <a:cs typeface="Arial"/>
              </a:rPr>
              <a:t>Polygon blockchain,”</a:t>
            </a:r>
            <a:r>
              <a:rPr dirty="0" sz="750" spc="10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750" i="1">
                <a:solidFill>
                  <a:srgbClr val="131318"/>
                </a:solidFill>
                <a:latin typeface="Arial"/>
                <a:cs typeface="Arial"/>
              </a:rPr>
              <a:t>IEEE</a:t>
            </a:r>
            <a:r>
              <a:rPr dirty="0" sz="750" spc="15" i="1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750" i="1">
                <a:solidFill>
                  <a:srgbClr val="131318"/>
                </a:solidFill>
                <a:latin typeface="Arial"/>
                <a:cs typeface="Arial"/>
              </a:rPr>
              <a:t>Access</a:t>
            </a:r>
            <a:r>
              <a:rPr dirty="0" sz="750">
                <a:solidFill>
                  <a:srgbClr val="131318"/>
                </a:solidFill>
                <a:latin typeface="Arial"/>
                <a:cs typeface="Arial"/>
              </a:rPr>
              <a:t>,</a:t>
            </a:r>
            <a:r>
              <a:rPr dirty="0" sz="750" spc="15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131318"/>
                </a:solidFill>
                <a:latin typeface="Arial"/>
                <a:cs typeface="Arial"/>
              </a:rPr>
              <a:t>vol.</a:t>
            </a:r>
            <a:r>
              <a:rPr dirty="0" sz="750" spc="10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131318"/>
                </a:solidFill>
                <a:latin typeface="Arial"/>
                <a:cs typeface="Arial"/>
              </a:rPr>
              <a:t>11,</a:t>
            </a:r>
            <a:r>
              <a:rPr dirty="0" sz="750" spc="15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131318"/>
                </a:solidFill>
                <a:latin typeface="Arial"/>
                <a:cs typeface="Arial"/>
              </a:rPr>
              <a:t>2023.</a:t>
            </a:r>
            <a:r>
              <a:rPr dirty="0" sz="750" spc="15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750" spc="-10">
                <a:solidFill>
                  <a:srgbClr val="131318"/>
                </a:solidFill>
                <a:latin typeface="Arial"/>
                <a:cs typeface="Arial"/>
              </a:rPr>
              <a:t>doi:10.1109/ACCESS.2023.3302771.</a:t>
            </a:r>
            <a:endParaRPr sz="750">
              <a:latin typeface="Arial"/>
              <a:cs typeface="Arial"/>
            </a:endParaRPr>
          </a:p>
          <a:p>
            <a:pPr algn="just" marL="236220" marR="45085" indent="-224154">
              <a:lnSpc>
                <a:spcPct val="105200"/>
              </a:lnSpc>
              <a:spcBef>
                <a:spcPts val="505"/>
              </a:spcBef>
              <a:buAutoNum type="arabicPlain"/>
              <a:tabLst>
                <a:tab pos="236220" algn="l"/>
                <a:tab pos="237490" algn="l"/>
              </a:tabLst>
            </a:pPr>
            <a:r>
              <a:rPr dirty="0" sz="750">
                <a:solidFill>
                  <a:srgbClr val="0B4CB2"/>
                </a:solidFill>
                <a:latin typeface="Arial"/>
                <a:cs typeface="Arial"/>
              </a:rPr>
              <a:t>	</a:t>
            </a:r>
            <a:r>
              <a:rPr dirty="0" sz="750">
                <a:solidFill>
                  <a:srgbClr val="131318"/>
                </a:solidFill>
                <a:latin typeface="Arial"/>
                <a:cs typeface="Arial"/>
              </a:rPr>
              <a:t>R.</a:t>
            </a:r>
            <a:r>
              <a:rPr dirty="0" sz="750" spc="-55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750" spc="-10">
                <a:solidFill>
                  <a:srgbClr val="131318"/>
                </a:solidFill>
                <a:latin typeface="Arial"/>
                <a:cs typeface="Arial"/>
              </a:rPr>
              <a:t>Toorajipour,</a:t>
            </a:r>
            <a:r>
              <a:rPr dirty="0" sz="750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750" spc="-90">
                <a:solidFill>
                  <a:srgbClr val="131318"/>
                </a:solidFill>
                <a:latin typeface="Arial"/>
                <a:cs typeface="Arial"/>
              </a:rPr>
              <a:t>P.</a:t>
            </a:r>
            <a:r>
              <a:rPr dirty="0" sz="750" spc="40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131318"/>
                </a:solidFill>
                <a:latin typeface="Arial"/>
                <a:cs typeface="Arial"/>
              </a:rPr>
              <a:t>Oghazi,</a:t>
            </a:r>
            <a:r>
              <a:rPr dirty="0" sz="750" spc="5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750" spc="-45">
                <a:solidFill>
                  <a:srgbClr val="131318"/>
                </a:solidFill>
                <a:latin typeface="Arial"/>
                <a:cs typeface="Arial"/>
              </a:rPr>
              <a:t>V.</a:t>
            </a:r>
            <a:r>
              <a:rPr dirty="0" sz="750" spc="5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131318"/>
                </a:solidFill>
                <a:latin typeface="Arial"/>
                <a:cs typeface="Arial"/>
              </a:rPr>
              <a:t>Sohrabpour,</a:t>
            </a:r>
            <a:r>
              <a:rPr dirty="0" sz="750" spc="5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750" spc="-90">
                <a:solidFill>
                  <a:srgbClr val="131318"/>
                </a:solidFill>
                <a:latin typeface="Arial"/>
                <a:cs typeface="Arial"/>
              </a:rPr>
              <a:t>P.</a:t>
            </a:r>
            <a:r>
              <a:rPr dirty="0" sz="750" spc="40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131318"/>
                </a:solidFill>
                <a:latin typeface="Arial"/>
                <a:cs typeface="Arial"/>
              </a:rPr>
              <a:t>C.</a:t>
            </a:r>
            <a:r>
              <a:rPr dirty="0" sz="750" spc="5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131318"/>
                </a:solidFill>
                <a:latin typeface="Arial"/>
                <a:cs typeface="Arial"/>
              </a:rPr>
              <a:t>Patel,</a:t>
            </a:r>
            <a:r>
              <a:rPr dirty="0" sz="750" spc="5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131318"/>
                </a:solidFill>
                <a:latin typeface="Arial"/>
                <a:cs typeface="Arial"/>
              </a:rPr>
              <a:t>and</a:t>
            </a:r>
            <a:r>
              <a:rPr dirty="0" sz="750" spc="5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131318"/>
                </a:solidFill>
                <a:latin typeface="Arial"/>
                <a:cs typeface="Arial"/>
              </a:rPr>
              <a:t>R.</a:t>
            </a:r>
            <a:r>
              <a:rPr dirty="0" sz="750" spc="5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131318"/>
                </a:solidFill>
                <a:latin typeface="Arial"/>
                <a:cs typeface="Arial"/>
              </a:rPr>
              <a:t>Mostaghel,</a:t>
            </a:r>
            <a:r>
              <a:rPr dirty="0" sz="750" spc="10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131318"/>
                </a:solidFill>
                <a:latin typeface="Arial"/>
                <a:cs typeface="Arial"/>
              </a:rPr>
              <a:t>“Block</a:t>
            </a:r>
            <a:r>
              <a:rPr dirty="0" sz="750" spc="5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131318"/>
                </a:solidFill>
                <a:latin typeface="Arial"/>
                <a:cs typeface="Arial"/>
              </a:rPr>
              <a:t>by</a:t>
            </a:r>
            <a:r>
              <a:rPr dirty="0" sz="750" spc="5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131318"/>
                </a:solidFill>
                <a:latin typeface="Arial"/>
                <a:cs typeface="Arial"/>
              </a:rPr>
              <a:t>block:</a:t>
            </a:r>
            <a:r>
              <a:rPr dirty="0" sz="750" spc="55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750" spc="-50">
                <a:solidFill>
                  <a:srgbClr val="131318"/>
                </a:solidFill>
                <a:latin typeface="Arial"/>
                <a:cs typeface="Arial"/>
              </a:rPr>
              <a:t>a</a:t>
            </a:r>
            <a:r>
              <a:rPr dirty="0" sz="750">
                <a:solidFill>
                  <a:srgbClr val="131318"/>
                </a:solidFill>
                <a:latin typeface="Arial"/>
                <a:cs typeface="Arial"/>
              </a:rPr>
              <a:t> blockchain-based</a:t>
            </a:r>
            <a:r>
              <a:rPr dirty="0" sz="750" spc="15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131318"/>
                </a:solidFill>
                <a:latin typeface="Arial"/>
                <a:cs typeface="Arial"/>
              </a:rPr>
              <a:t>peer-to-peer</a:t>
            </a:r>
            <a:r>
              <a:rPr dirty="0" sz="750" spc="15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131318"/>
                </a:solidFill>
                <a:latin typeface="Arial"/>
                <a:cs typeface="Arial"/>
              </a:rPr>
              <a:t>business</a:t>
            </a:r>
            <a:r>
              <a:rPr dirty="0" sz="750" spc="20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131318"/>
                </a:solidFill>
                <a:latin typeface="Arial"/>
                <a:cs typeface="Arial"/>
              </a:rPr>
              <a:t>transaction</a:t>
            </a:r>
            <a:r>
              <a:rPr dirty="0" sz="750" spc="15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131318"/>
                </a:solidFill>
                <a:latin typeface="Arial"/>
                <a:cs typeface="Arial"/>
              </a:rPr>
              <a:t>for</a:t>
            </a:r>
            <a:r>
              <a:rPr dirty="0" sz="750" spc="20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131318"/>
                </a:solidFill>
                <a:latin typeface="Arial"/>
                <a:cs typeface="Arial"/>
              </a:rPr>
              <a:t>international</a:t>
            </a:r>
            <a:r>
              <a:rPr dirty="0" sz="750" spc="15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750" spc="-10">
                <a:solidFill>
                  <a:srgbClr val="131318"/>
                </a:solidFill>
                <a:latin typeface="Arial"/>
                <a:cs typeface="Arial"/>
              </a:rPr>
              <a:t>trade,”</a:t>
            </a:r>
            <a:r>
              <a:rPr dirty="0" sz="750" spc="20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750" spc="-10" i="1">
                <a:solidFill>
                  <a:srgbClr val="131318"/>
                </a:solidFill>
                <a:latin typeface="Arial"/>
                <a:cs typeface="Arial"/>
              </a:rPr>
              <a:t>Technological </a:t>
            </a:r>
            <a:r>
              <a:rPr dirty="0" sz="750" i="1">
                <a:solidFill>
                  <a:srgbClr val="131318"/>
                </a:solidFill>
                <a:latin typeface="Arial"/>
                <a:cs typeface="Arial"/>
              </a:rPr>
              <a:t>Forecasting</a:t>
            </a:r>
            <a:r>
              <a:rPr dirty="0" sz="750" spc="15" i="1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750" i="1">
                <a:solidFill>
                  <a:srgbClr val="131318"/>
                </a:solidFill>
                <a:latin typeface="Arial"/>
                <a:cs typeface="Arial"/>
              </a:rPr>
              <a:t>and</a:t>
            </a:r>
            <a:r>
              <a:rPr dirty="0" sz="750" spc="15" i="1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750" i="1">
                <a:solidFill>
                  <a:srgbClr val="131318"/>
                </a:solidFill>
                <a:latin typeface="Arial"/>
                <a:cs typeface="Arial"/>
              </a:rPr>
              <a:t>Social</a:t>
            </a:r>
            <a:r>
              <a:rPr dirty="0" sz="750" spc="15" i="1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750" i="1">
                <a:solidFill>
                  <a:srgbClr val="131318"/>
                </a:solidFill>
                <a:latin typeface="Arial"/>
                <a:cs typeface="Arial"/>
              </a:rPr>
              <a:t>Change</a:t>
            </a:r>
            <a:r>
              <a:rPr dirty="0" sz="750">
                <a:solidFill>
                  <a:srgbClr val="131318"/>
                </a:solidFill>
                <a:latin typeface="Arial"/>
                <a:cs typeface="Arial"/>
              </a:rPr>
              <a:t>,</a:t>
            </a:r>
            <a:r>
              <a:rPr dirty="0" sz="750" spc="15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131318"/>
                </a:solidFill>
                <a:latin typeface="Arial"/>
                <a:cs typeface="Arial"/>
              </a:rPr>
              <a:t>vol.</a:t>
            </a:r>
            <a:r>
              <a:rPr dirty="0" sz="750" spc="15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131318"/>
                </a:solidFill>
                <a:latin typeface="Arial"/>
                <a:cs typeface="Arial"/>
              </a:rPr>
              <a:t>180,</a:t>
            </a:r>
            <a:r>
              <a:rPr dirty="0" sz="750" spc="15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131318"/>
                </a:solidFill>
                <a:latin typeface="Arial"/>
                <a:cs typeface="Arial"/>
              </a:rPr>
              <a:t>121714,</a:t>
            </a:r>
            <a:r>
              <a:rPr dirty="0" sz="750" spc="15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750" spc="-10">
                <a:solidFill>
                  <a:srgbClr val="131318"/>
                </a:solidFill>
                <a:latin typeface="Arial"/>
                <a:cs typeface="Arial"/>
              </a:rPr>
              <a:t>2022.</a:t>
            </a:r>
            <a:endParaRPr sz="750">
              <a:latin typeface="Arial"/>
              <a:cs typeface="Arial"/>
            </a:endParaRPr>
          </a:p>
          <a:p>
            <a:pPr marL="236220" marR="40640" indent="-224154">
              <a:lnSpc>
                <a:spcPct val="105200"/>
              </a:lnSpc>
              <a:spcBef>
                <a:spcPts val="560"/>
              </a:spcBef>
              <a:buAutoNum type="arabicPlain"/>
              <a:tabLst>
                <a:tab pos="236220" algn="l"/>
                <a:tab pos="237490" algn="l"/>
              </a:tabLst>
            </a:pPr>
            <a:r>
              <a:rPr dirty="0" sz="750">
                <a:solidFill>
                  <a:srgbClr val="0B4CB2"/>
                </a:solidFill>
                <a:latin typeface="Arial"/>
                <a:cs typeface="Arial"/>
              </a:rPr>
              <a:t>	</a:t>
            </a:r>
            <a:r>
              <a:rPr dirty="0" sz="750">
                <a:solidFill>
                  <a:srgbClr val="131318"/>
                </a:solidFill>
                <a:latin typeface="Arial"/>
                <a:cs typeface="Arial"/>
              </a:rPr>
              <a:t>A.</a:t>
            </a:r>
            <a:r>
              <a:rPr dirty="0" sz="750" spc="5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131318"/>
                </a:solidFill>
                <a:latin typeface="Arial"/>
                <a:cs typeface="Arial"/>
              </a:rPr>
              <a:t>Jin,</a:t>
            </a:r>
            <a:r>
              <a:rPr dirty="0" sz="750" spc="5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750" spc="-55">
                <a:solidFill>
                  <a:srgbClr val="131318"/>
                </a:solidFill>
                <a:latin typeface="Arial"/>
                <a:cs typeface="Arial"/>
              </a:rPr>
              <a:t>Y.</a:t>
            </a:r>
            <a:r>
              <a:rPr dirty="0" sz="750" spc="5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750" spc="-40">
                <a:solidFill>
                  <a:srgbClr val="131318"/>
                </a:solidFill>
                <a:latin typeface="Arial"/>
                <a:cs typeface="Arial"/>
              </a:rPr>
              <a:t>Ye,</a:t>
            </a:r>
            <a:r>
              <a:rPr dirty="0" sz="750" spc="5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131318"/>
                </a:solidFill>
                <a:latin typeface="Arial"/>
                <a:cs typeface="Arial"/>
              </a:rPr>
              <a:t>B.</a:t>
            </a:r>
            <a:r>
              <a:rPr dirty="0" sz="750" spc="5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131318"/>
                </a:solidFill>
                <a:latin typeface="Arial"/>
                <a:cs typeface="Arial"/>
              </a:rPr>
              <a:t>Lee,</a:t>
            </a:r>
            <a:r>
              <a:rPr dirty="0" sz="750" spc="10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131318"/>
                </a:solidFill>
                <a:latin typeface="Arial"/>
                <a:cs typeface="Arial"/>
              </a:rPr>
              <a:t>X.</a:t>
            </a:r>
            <a:r>
              <a:rPr dirty="0" sz="750" spc="5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131318"/>
                </a:solidFill>
                <a:latin typeface="Arial"/>
                <a:cs typeface="Arial"/>
              </a:rPr>
              <a:t>Li,</a:t>
            </a:r>
            <a:r>
              <a:rPr dirty="0" sz="750" spc="5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131318"/>
                </a:solidFill>
                <a:latin typeface="Arial"/>
                <a:cs typeface="Arial"/>
              </a:rPr>
              <a:t>and</a:t>
            </a:r>
            <a:r>
              <a:rPr dirty="0" sz="750" spc="5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750" spc="-55">
                <a:solidFill>
                  <a:srgbClr val="131318"/>
                </a:solidFill>
                <a:latin typeface="Arial"/>
                <a:cs typeface="Arial"/>
              </a:rPr>
              <a:t>Y.</a:t>
            </a:r>
            <a:r>
              <a:rPr dirty="0" sz="750" spc="5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131318"/>
                </a:solidFill>
                <a:latin typeface="Arial"/>
                <a:cs typeface="Arial"/>
              </a:rPr>
              <a:t>Qiao,</a:t>
            </a:r>
            <a:r>
              <a:rPr dirty="0" sz="750" spc="10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131318"/>
                </a:solidFill>
                <a:latin typeface="Arial"/>
                <a:cs typeface="Arial"/>
              </a:rPr>
              <a:t>“PaySwitch:</a:t>
            </a:r>
            <a:r>
              <a:rPr dirty="0" sz="750" spc="55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131318"/>
                </a:solidFill>
                <a:latin typeface="Arial"/>
                <a:cs typeface="Arial"/>
              </a:rPr>
              <a:t>Smart</a:t>
            </a:r>
            <a:r>
              <a:rPr dirty="0" sz="750" spc="5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131318"/>
                </a:solidFill>
                <a:latin typeface="Arial"/>
                <a:cs typeface="Arial"/>
              </a:rPr>
              <a:t>contract-based</a:t>
            </a:r>
            <a:r>
              <a:rPr dirty="0" sz="750" spc="5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131318"/>
                </a:solidFill>
                <a:latin typeface="Arial"/>
                <a:cs typeface="Arial"/>
              </a:rPr>
              <a:t>payment</a:t>
            </a:r>
            <a:r>
              <a:rPr dirty="0" sz="750" spc="10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750" spc="-10">
                <a:solidFill>
                  <a:srgbClr val="131318"/>
                </a:solidFill>
                <a:latin typeface="Arial"/>
                <a:cs typeface="Arial"/>
              </a:rPr>
              <a:t>switch </a:t>
            </a:r>
            <a:r>
              <a:rPr dirty="0" sz="750">
                <a:solidFill>
                  <a:srgbClr val="131318"/>
                </a:solidFill>
                <a:latin typeface="Arial"/>
                <a:cs typeface="Arial"/>
              </a:rPr>
              <a:t>for</a:t>
            </a:r>
            <a:r>
              <a:rPr dirty="0" sz="750" spc="10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131318"/>
                </a:solidFill>
                <a:latin typeface="Arial"/>
                <a:cs typeface="Arial"/>
              </a:rPr>
              <a:t>off-chain</a:t>
            </a:r>
            <a:r>
              <a:rPr dirty="0" sz="750" spc="10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131318"/>
                </a:solidFill>
                <a:latin typeface="Arial"/>
                <a:cs typeface="Arial"/>
              </a:rPr>
              <a:t>payment</a:t>
            </a:r>
            <a:r>
              <a:rPr dirty="0" sz="750" spc="10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131318"/>
                </a:solidFill>
                <a:latin typeface="Arial"/>
                <a:cs typeface="Arial"/>
              </a:rPr>
              <a:t>channel</a:t>
            </a:r>
            <a:r>
              <a:rPr dirty="0" sz="750" spc="10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750" spc="-10">
                <a:solidFill>
                  <a:srgbClr val="131318"/>
                </a:solidFill>
                <a:latin typeface="Arial"/>
                <a:cs typeface="Arial"/>
              </a:rPr>
              <a:t>networks,”</a:t>
            </a:r>
            <a:r>
              <a:rPr dirty="0" sz="750" spc="10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750" i="1">
                <a:solidFill>
                  <a:srgbClr val="131318"/>
                </a:solidFill>
                <a:latin typeface="Arial"/>
                <a:cs typeface="Arial"/>
              </a:rPr>
              <a:t>IEEE</a:t>
            </a:r>
            <a:r>
              <a:rPr dirty="0" sz="750" spc="10" i="1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750" i="1">
                <a:solidFill>
                  <a:srgbClr val="131318"/>
                </a:solidFill>
                <a:latin typeface="Arial"/>
                <a:cs typeface="Arial"/>
              </a:rPr>
              <a:t>Access</a:t>
            </a:r>
            <a:r>
              <a:rPr dirty="0" sz="750">
                <a:solidFill>
                  <a:srgbClr val="131318"/>
                </a:solidFill>
                <a:latin typeface="Arial"/>
                <a:cs typeface="Arial"/>
              </a:rPr>
              <a:t>,</a:t>
            </a:r>
            <a:r>
              <a:rPr dirty="0" sz="750" spc="10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131318"/>
                </a:solidFill>
                <a:latin typeface="Arial"/>
                <a:cs typeface="Arial"/>
              </a:rPr>
              <a:t>vol.</a:t>
            </a:r>
            <a:r>
              <a:rPr dirty="0" sz="750" spc="10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131318"/>
                </a:solidFill>
                <a:latin typeface="Arial"/>
                <a:cs typeface="Arial"/>
              </a:rPr>
              <a:t>13,</a:t>
            </a:r>
            <a:r>
              <a:rPr dirty="0" sz="750" spc="10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750" spc="-10">
                <a:solidFill>
                  <a:srgbClr val="131318"/>
                </a:solidFill>
                <a:latin typeface="Arial"/>
                <a:cs typeface="Arial"/>
              </a:rPr>
              <a:t>2025. doi:10.1109/ACCESS.2025.3527746.</a:t>
            </a:r>
            <a:endParaRPr sz="750">
              <a:latin typeface="Arial"/>
              <a:cs typeface="Arial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8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pc="-10"/>
              <a:t>References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5256733" y="217041"/>
            <a:ext cx="264160" cy="126364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650">
                <a:solidFill>
                  <a:srgbClr val="787D86"/>
                </a:solidFill>
                <a:latin typeface="Arial"/>
                <a:cs typeface="Arial"/>
              </a:rPr>
              <a:t>24</a:t>
            </a:r>
            <a:r>
              <a:rPr dirty="0" sz="650" spc="-65">
                <a:solidFill>
                  <a:srgbClr val="787D86"/>
                </a:solidFill>
                <a:latin typeface="Arial"/>
                <a:cs typeface="Arial"/>
              </a:rPr>
              <a:t> </a:t>
            </a:r>
            <a:r>
              <a:rPr dirty="0" sz="650">
                <a:solidFill>
                  <a:srgbClr val="787D86"/>
                </a:solidFill>
                <a:latin typeface="Arial"/>
                <a:cs typeface="Arial"/>
              </a:rPr>
              <a:t>/</a:t>
            </a:r>
            <a:r>
              <a:rPr dirty="0" sz="650" spc="-65">
                <a:solidFill>
                  <a:srgbClr val="787D86"/>
                </a:solidFill>
                <a:latin typeface="Arial"/>
                <a:cs typeface="Arial"/>
              </a:rPr>
              <a:t> </a:t>
            </a:r>
            <a:r>
              <a:rPr dirty="0" sz="650" spc="-25">
                <a:solidFill>
                  <a:srgbClr val="787D86"/>
                </a:solidFill>
                <a:latin typeface="Arial"/>
                <a:cs typeface="Arial"/>
              </a:rPr>
              <a:t>24</a:t>
            </a:r>
            <a:endParaRPr sz="650">
              <a:latin typeface="Arial"/>
              <a:cs typeface="Arial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36639" y="906851"/>
            <a:ext cx="1015365" cy="176657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358140">
              <a:lnSpc>
                <a:spcPct val="150500"/>
              </a:lnSpc>
              <a:spcBef>
                <a:spcPts val="95"/>
              </a:spcBef>
            </a:pPr>
            <a:r>
              <a:rPr dirty="0" sz="550" spc="-10">
                <a:solidFill>
                  <a:srgbClr val="585B66"/>
                </a:solidFill>
                <a:latin typeface="Arial"/>
                <a:cs typeface="Arial"/>
                <a:hlinkClick r:id="rId2" action="ppaction://hlinksldjump"/>
              </a:rPr>
              <a:t>Introduction</a:t>
            </a:r>
            <a:r>
              <a:rPr dirty="0" sz="550" spc="500">
                <a:solidFill>
                  <a:srgbClr val="585B66"/>
                </a:solidFill>
                <a:latin typeface="Arial"/>
                <a:cs typeface="Arial"/>
              </a:rPr>
              <a:t> </a:t>
            </a:r>
            <a:r>
              <a:rPr dirty="0" sz="550">
                <a:solidFill>
                  <a:srgbClr val="585B66"/>
                </a:solidFill>
                <a:latin typeface="Arial"/>
                <a:cs typeface="Arial"/>
                <a:hlinkClick r:id="rId3" action="ppaction://hlinksldjump"/>
              </a:rPr>
              <a:t>Problem</a:t>
            </a:r>
            <a:r>
              <a:rPr dirty="0" sz="550" spc="125">
                <a:solidFill>
                  <a:srgbClr val="585B66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dirty="0" sz="550" spc="-10">
                <a:solidFill>
                  <a:srgbClr val="585B66"/>
                </a:solidFill>
                <a:latin typeface="Arial"/>
                <a:cs typeface="Arial"/>
                <a:hlinkClick r:id="rId3" action="ppaction://hlinksldjump"/>
              </a:rPr>
              <a:t>Statement</a:t>
            </a:r>
            <a:r>
              <a:rPr dirty="0" sz="550" spc="500">
                <a:solidFill>
                  <a:srgbClr val="585B66"/>
                </a:solidFill>
                <a:latin typeface="Arial"/>
                <a:cs typeface="Arial"/>
              </a:rPr>
              <a:t> </a:t>
            </a:r>
            <a:r>
              <a:rPr dirty="0" sz="550" spc="10">
                <a:solidFill>
                  <a:srgbClr val="585B66"/>
                </a:solidFill>
                <a:latin typeface="Arial"/>
                <a:cs typeface="Arial"/>
                <a:hlinkClick r:id="rId4" action="ppaction://hlinksldjump"/>
              </a:rPr>
              <a:t>Literature</a:t>
            </a:r>
            <a:r>
              <a:rPr dirty="0" sz="550" spc="70">
                <a:solidFill>
                  <a:srgbClr val="585B66"/>
                </a:solidFill>
                <a:latin typeface="Arial"/>
                <a:cs typeface="Arial"/>
                <a:hlinkClick r:id="rId4" action="ppaction://hlinksldjump"/>
              </a:rPr>
              <a:t> </a:t>
            </a:r>
            <a:r>
              <a:rPr dirty="0" sz="550" spc="-10">
                <a:solidFill>
                  <a:srgbClr val="585B66"/>
                </a:solidFill>
                <a:latin typeface="Arial"/>
                <a:cs typeface="Arial"/>
                <a:hlinkClick r:id="rId4" action="ppaction://hlinksldjump"/>
              </a:rPr>
              <a:t>Review</a:t>
            </a:r>
            <a:r>
              <a:rPr dirty="0" sz="550" spc="500">
                <a:solidFill>
                  <a:srgbClr val="585B66"/>
                </a:solidFill>
                <a:latin typeface="Arial"/>
                <a:cs typeface="Arial"/>
              </a:rPr>
              <a:t> </a:t>
            </a:r>
            <a:r>
              <a:rPr dirty="0" sz="550" spc="10">
                <a:solidFill>
                  <a:srgbClr val="585B66"/>
                </a:solidFill>
                <a:latin typeface="Arial"/>
                <a:cs typeface="Arial"/>
                <a:hlinkClick r:id="rId5" action="ppaction://hlinksldjump"/>
              </a:rPr>
              <a:t>Proposed</a:t>
            </a:r>
            <a:r>
              <a:rPr dirty="0" sz="550" spc="114">
                <a:solidFill>
                  <a:srgbClr val="585B66"/>
                </a:solidFill>
                <a:latin typeface="Arial"/>
                <a:cs typeface="Arial"/>
                <a:hlinkClick r:id="rId5" action="ppaction://hlinksldjump"/>
              </a:rPr>
              <a:t> </a:t>
            </a:r>
            <a:r>
              <a:rPr dirty="0" sz="550" spc="-10">
                <a:solidFill>
                  <a:srgbClr val="585B66"/>
                </a:solidFill>
                <a:latin typeface="Arial"/>
                <a:cs typeface="Arial"/>
                <a:hlinkClick r:id="rId5" action="ppaction://hlinksldjump"/>
              </a:rPr>
              <a:t>Solution</a:t>
            </a:r>
            <a:endParaRPr sz="550">
              <a:latin typeface="Arial"/>
              <a:cs typeface="Arial"/>
            </a:endParaRPr>
          </a:p>
          <a:p>
            <a:pPr marL="12700" marR="327660">
              <a:lnSpc>
                <a:spcPct val="166600"/>
              </a:lnSpc>
              <a:spcBef>
                <a:spcPts val="10"/>
              </a:spcBef>
            </a:pPr>
            <a:r>
              <a:rPr dirty="0" sz="550">
                <a:solidFill>
                  <a:srgbClr val="585B66"/>
                </a:solidFill>
                <a:latin typeface="Arial"/>
                <a:cs typeface="Arial"/>
                <a:hlinkClick r:id="rId6" action="ppaction://hlinksldjump"/>
              </a:rPr>
              <a:t>System</a:t>
            </a:r>
            <a:r>
              <a:rPr dirty="0" sz="550" spc="135">
                <a:solidFill>
                  <a:srgbClr val="585B66"/>
                </a:solidFill>
                <a:latin typeface="Arial"/>
                <a:cs typeface="Arial"/>
                <a:hlinkClick r:id="rId6" action="ppaction://hlinksldjump"/>
              </a:rPr>
              <a:t> </a:t>
            </a:r>
            <a:r>
              <a:rPr dirty="0" sz="550" spc="-10">
                <a:solidFill>
                  <a:srgbClr val="585B66"/>
                </a:solidFill>
                <a:latin typeface="Arial"/>
                <a:cs typeface="Arial"/>
                <a:hlinkClick r:id="rId6" action="ppaction://hlinksldjump"/>
              </a:rPr>
              <a:t>Architecture</a:t>
            </a:r>
            <a:r>
              <a:rPr dirty="0" sz="550" spc="500">
                <a:solidFill>
                  <a:srgbClr val="585B66"/>
                </a:solidFill>
                <a:latin typeface="Arial"/>
                <a:cs typeface="Arial"/>
              </a:rPr>
              <a:t> </a:t>
            </a:r>
            <a:r>
              <a:rPr dirty="0" sz="550" spc="-10">
                <a:solidFill>
                  <a:srgbClr val="585B66"/>
                </a:solidFill>
                <a:latin typeface="Arial"/>
                <a:cs typeface="Arial"/>
                <a:hlinkClick r:id="rId7" action="ppaction://hlinksldjump"/>
              </a:rPr>
              <a:t>Methodology</a:t>
            </a:r>
            <a:endParaRPr sz="5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50"/>
              </a:spcBef>
            </a:pPr>
            <a:r>
              <a:rPr dirty="0" sz="550" spc="10">
                <a:solidFill>
                  <a:srgbClr val="585B66"/>
                </a:solidFill>
                <a:latin typeface="Arial"/>
                <a:cs typeface="Arial"/>
                <a:hlinkClick r:id="rId8" action="ppaction://hlinksldjump"/>
              </a:rPr>
              <a:t>Functional</a:t>
            </a:r>
            <a:r>
              <a:rPr dirty="0" sz="550" spc="85">
                <a:solidFill>
                  <a:srgbClr val="585B66"/>
                </a:solidFill>
                <a:latin typeface="Arial"/>
                <a:cs typeface="Arial"/>
                <a:hlinkClick r:id="rId8" action="ppaction://hlinksldjump"/>
              </a:rPr>
              <a:t> </a:t>
            </a:r>
            <a:r>
              <a:rPr dirty="0" sz="550" spc="-10">
                <a:solidFill>
                  <a:srgbClr val="585B66"/>
                </a:solidFill>
                <a:latin typeface="Arial"/>
                <a:cs typeface="Arial"/>
                <a:hlinkClick r:id="rId8" action="ppaction://hlinksldjump"/>
              </a:rPr>
              <a:t>Requirements</a:t>
            </a:r>
            <a:endParaRPr sz="550">
              <a:latin typeface="Arial"/>
              <a:cs typeface="Arial"/>
            </a:endParaRPr>
          </a:p>
          <a:p>
            <a:pPr marL="12700" marR="5080">
              <a:lnSpc>
                <a:spcPct val="166600"/>
              </a:lnSpc>
            </a:pPr>
            <a:r>
              <a:rPr dirty="0" sz="550" spc="10">
                <a:solidFill>
                  <a:srgbClr val="585B66"/>
                </a:solidFill>
                <a:latin typeface="Arial"/>
                <a:cs typeface="Arial"/>
                <a:hlinkClick r:id="rId9" action="ppaction://hlinksldjump"/>
              </a:rPr>
              <a:t>Non-Functional</a:t>
            </a:r>
            <a:r>
              <a:rPr dirty="0" sz="550" spc="125">
                <a:solidFill>
                  <a:srgbClr val="585B66"/>
                </a:solidFill>
                <a:latin typeface="Arial"/>
                <a:cs typeface="Arial"/>
                <a:hlinkClick r:id="rId9" action="ppaction://hlinksldjump"/>
              </a:rPr>
              <a:t> </a:t>
            </a:r>
            <a:r>
              <a:rPr dirty="0" sz="550" spc="-10">
                <a:solidFill>
                  <a:srgbClr val="585B66"/>
                </a:solidFill>
                <a:latin typeface="Arial"/>
                <a:cs typeface="Arial"/>
                <a:hlinkClick r:id="rId9" action="ppaction://hlinksldjump"/>
              </a:rPr>
              <a:t>Requirements</a:t>
            </a:r>
            <a:r>
              <a:rPr dirty="0" sz="550" spc="500">
                <a:solidFill>
                  <a:srgbClr val="585B66"/>
                </a:solidFill>
                <a:latin typeface="Arial"/>
                <a:cs typeface="Arial"/>
              </a:rPr>
              <a:t> </a:t>
            </a:r>
            <a:r>
              <a:rPr dirty="0" sz="550">
                <a:solidFill>
                  <a:srgbClr val="585B66"/>
                </a:solidFill>
                <a:latin typeface="Arial"/>
                <a:cs typeface="Arial"/>
                <a:hlinkClick r:id="rId10" action="ppaction://hlinksldjump"/>
              </a:rPr>
              <a:t>Hardware</a:t>
            </a:r>
            <a:r>
              <a:rPr dirty="0" sz="550" spc="150">
                <a:solidFill>
                  <a:srgbClr val="585B66"/>
                </a:solidFill>
                <a:latin typeface="Arial"/>
                <a:cs typeface="Arial"/>
                <a:hlinkClick r:id="rId10" action="ppaction://hlinksldjump"/>
              </a:rPr>
              <a:t> </a:t>
            </a:r>
            <a:r>
              <a:rPr dirty="0" sz="550" spc="-10">
                <a:solidFill>
                  <a:srgbClr val="585B66"/>
                </a:solidFill>
                <a:latin typeface="Arial"/>
                <a:cs typeface="Arial"/>
                <a:hlinkClick r:id="rId10" action="ppaction://hlinksldjump"/>
              </a:rPr>
              <a:t>Requirements</a:t>
            </a:r>
            <a:endParaRPr sz="550">
              <a:latin typeface="Arial"/>
              <a:cs typeface="Arial"/>
            </a:endParaRPr>
          </a:p>
          <a:p>
            <a:pPr marL="12700" marR="217170">
              <a:lnSpc>
                <a:spcPct val="166600"/>
              </a:lnSpc>
              <a:spcBef>
                <a:spcPts val="10"/>
              </a:spcBef>
            </a:pPr>
            <a:r>
              <a:rPr dirty="0" sz="550">
                <a:solidFill>
                  <a:srgbClr val="585B66"/>
                </a:solidFill>
                <a:latin typeface="Arial"/>
                <a:cs typeface="Arial"/>
                <a:hlinkClick r:id="rId11" action="ppaction://hlinksldjump"/>
              </a:rPr>
              <a:t>Software</a:t>
            </a:r>
            <a:r>
              <a:rPr dirty="0" sz="550" spc="150">
                <a:solidFill>
                  <a:srgbClr val="585B66"/>
                </a:solidFill>
                <a:latin typeface="Arial"/>
                <a:cs typeface="Arial"/>
                <a:hlinkClick r:id="rId11" action="ppaction://hlinksldjump"/>
              </a:rPr>
              <a:t> </a:t>
            </a:r>
            <a:r>
              <a:rPr dirty="0" sz="550" spc="-10">
                <a:solidFill>
                  <a:srgbClr val="585B66"/>
                </a:solidFill>
                <a:latin typeface="Arial"/>
                <a:cs typeface="Arial"/>
                <a:hlinkClick r:id="rId11" action="ppaction://hlinksldjump"/>
              </a:rPr>
              <a:t>Requirements</a:t>
            </a:r>
            <a:r>
              <a:rPr dirty="0" sz="550" spc="500">
                <a:solidFill>
                  <a:srgbClr val="585B66"/>
                </a:solidFill>
                <a:latin typeface="Arial"/>
                <a:cs typeface="Arial"/>
              </a:rPr>
              <a:t> </a:t>
            </a:r>
            <a:r>
              <a:rPr dirty="0" sz="550" spc="-10">
                <a:solidFill>
                  <a:srgbClr val="585B66"/>
                </a:solidFill>
                <a:latin typeface="Arial"/>
                <a:cs typeface="Arial"/>
                <a:hlinkClick r:id="rId12" action="ppaction://hlinksldjump"/>
              </a:rPr>
              <a:t>Result</a:t>
            </a:r>
            <a:endParaRPr sz="550">
              <a:latin typeface="Arial"/>
              <a:cs typeface="Arial"/>
            </a:endParaRPr>
          </a:p>
          <a:p>
            <a:pPr marL="12700" marR="547370">
              <a:lnSpc>
                <a:spcPts val="1000"/>
              </a:lnSpc>
              <a:spcBef>
                <a:spcPts val="90"/>
              </a:spcBef>
            </a:pPr>
            <a:r>
              <a:rPr dirty="0" sz="550" spc="-10">
                <a:solidFill>
                  <a:srgbClr val="585B66"/>
                </a:solidFill>
                <a:latin typeface="Arial"/>
                <a:cs typeface="Arial"/>
                <a:hlinkClick r:id="rId13" action="ppaction://hlinksldjump"/>
              </a:rPr>
              <a:t>Conclusion</a:t>
            </a:r>
            <a:r>
              <a:rPr dirty="0" sz="550" spc="500">
                <a:solidFill>
                  <a:srgbClr val="585B66"/>
                </a:solidFill>
                <a:latin typeface="Arial"/>
                <a:cs typeface="Arial"/>
              </a:rPr>
              <a:t> </a:t>
            </a:r>
            <a:r>
              <a:rPr dirty="0" sz="550">
                <a:solidFill>
                  <a:srgbClr val="585B66"/>
                </a:solidFill>
                <a:latin typeface="Arial"/>
                <a:cs typeface="Arial"/>
                <a:hlinkClick r:id="rId14" action="ppaction://hlinksldjump"/>
              </a:rPr>
              <a:t>Future</a:t>
            </a:r>
            <a:r>
              <a:rPr dirty="0" sz="550" spc="120">
                <a:solidFill>
                  <a:srgbClr val="585B66"/>
                </a:solidFill>
                <a:latin typeface="Arial"/>
                <a:cs typeface="Arial"/>
                <a:hlinkClick r:id="rId14" action="ppaction://hlinksldjump"/>
              </a:rPr>
              <a:t> </a:t>
            </a:r>
            <a:r>
              <a:rPr dirty="0" sz="550" spc="-10">
                <a:solidFill>
                  <a:srgbClr val="585B66"/>
                </a:solidFill>
                <a:latin typeface="Arial"/>
                <a:cs typeface="Arial"/>
                <a:hlinkClick r:id="rId14" action="ppaction://hlinksldjump"/>
              </a:rPr>
              <a:t>Scope</a:t>
            </a:r>
            <a:endParaRPr sz="55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409293" y="708080"/>
            <a:ext cx="4060825" cy="1128395"/>
          </a:xfrm>
          <a:prstGeom prst="rect">
            <a:avLst/>
          </a:prstGeom>
        </p:spPr>
        <p:txBody>
          <a:bodyPr wrap="square" lIns="0" tIns="7620" rIns="0" bIns="0" rtlCol="0" vert="horz">
            <a:spAutoFit/>
          </a:bodyPr>
          <a:lstStyle/>
          <a:p>
            <a:pPr marL="236220" marR="112395" indent="-224154">
              <a:lnSpc>
                <a:spcPct val="105200"/>
              </a:lnSpc>
              <a:spcBef>
                <a:spcPts val="60"/>
              </a:spcBef>
              <a:buAutoNum type="arabicPlain" startAt="7"/>
              <a:tabLst>
                <a:tab pos="236220" algn="l"/>
                <a:tab pos="237490" algn="l"/>
              </a:tabLst>
            </a:pPr>
            <a:r>
              <a:rPr dirty="0" sz="750">
                <a:solidFill>
                  <a:srgbClr val="0B4CB2"/>
                </a:solidFill>
                <a:latin typeface="Arial"/>
                <a:cs typeface="Arial"/>
              </a:rPr>
              <a:t>	</a:t>
            </a:r>
            <a:r>
              <a:rPr dirty="0" sz="750">
                <a:solidFill>
                  <a:srgbClr val="131318"/>
                </a:solidFill>
                <a:latin typeface="Arial"/>
                <a:cs typeface="Arial"/>
              </a:rPr>
              <a:t>S.</a:t>
            </a:r>
            <a:r>
              <a:rPr dirty="0" sz="750" spc="20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131318"/>
                </a:solidFill>
                <a:latin typeface="Arial"/>
                <a:cs typeface="Arial"/>
              </a:rPr>
              <a:t>Meralli,</a:t>
            </a:r>
            <a:r>
              <a:rPr dirty="0" sz="750" spc="20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131318"/>
                </a:solidFill>
                <a:latin typeface="Arial"/>
                <a:cs typeface="Arial"/>
              </a:rPr>
              <a:t>“Privacy-preserving</a:t>
            </a:r>
            <a:r>
              <a:rPr dirty="0" sz="750" spc="25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131318"/>
                </a:solidFill>
                <a:latin typeface="Arial"/>
                <a:cs typeface="Arial"/>
              </a:rPr>
              <a:t>analytics</a:t>
            </a:r>
            <a:r>
              <a:rPr dirty="0" sz="750" spc="20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131318"/>
                </a:solidFill>
                <a:latin typeface="Arial"/>
                <a:cs typeface="Arial"/>
              </a:rPr>
              <a:t>for</a:t>
            </a:r>
            <a:r>
              <a:rPr dirty="0" sz="750" spc="25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131318"/>
                </a:solidFill>
                <a:latin typeface="Arial"/>
                <a:cs typeface="Arial"/>
              </a:rPr>
              <a:t>the</a:t>
            </a:r>
            <a:r>
              <a:rPr dirty="0" sz="750" spc="20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131318"/>
                </a:solidFill>
                <a:latin typeface="Arial"/>
                <a:cs typeface="Arial"/>
              </a:rPr>
              <a:t>securitization</a:t>
            </a:r>
            <a:r>
              <a:rPr dirty="0" sz="750" spc="20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131318"/>
                </a:solidFill>
                <a:latin typeface="Arial"/>
                <a:cs typeface="Arial"/>
              </a:rPr>
              <a:t>market:</a:t>
            </a:r>
            <a:r>
              <a:rPr dirty="0" sz="750" spc="80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131318"/>
                </a:solidFill>
                <a:latin typeface="Arial"/>
                <a:cs typeface="Arial"/>
              </a:rPr>
              <a:t>a</a:t>
            </a:r>
            <a:r>
              <a:rPr dirty="0" sz="750" spc="20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750" spc="-10">
                <a:solidFill>
                  <a:srgbClr val="131318"/>
                </a:solidFill>
                <a:latin typeface="Arial"/>
                <a:cs typeface="Arial"/>
              </a:rPr>
              <a:t>zero-knowledge </a:t>
            </a:r>
            <a:r>
              <a:rPr dirty="0" sz="750">
                <a:solidFill>
                  <a:srgbClr val="131318"/>
                </a:solidFill>
                <a:latin typeface="Arial"/>
                <a:cs typeface="Arial"/>
              </a:rPr>
              <a:t>distributed</a:t>
            </a:r>
            <a:r>
              <a:rPr dirty="0" sz="750" spc="5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131318"/>
                </a:solidFill>
                <a:latin typeface="Arial"/>
                <a:cs typeface="Arial"/>
              </a:rPr>
              <a:t>ledger</a:t>
            </a:r>
            <a:r>
              <a:rPr dirty="0" sz="750" spc="5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131318"/>
                </a:solidFill>
                <a:latin typeface="Arial"/>
                <a:cs typeface="Arial"/>
              </a:rPr>
              <a:t>technology</a:t>
            </a:r>
            <a:r>
              <a:rPr dirty="0" sz="750" spc="10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131318"/>
                </a:solidFill>
                <a:latin typeface="Arial"/>
                <a:cs typeface="Arial"/>
              </a:rPr>
              <a:t>application,”</a:t>
            </a:r>
            <a:r>
              <a:rPr dirty="0" sz="750" spc="5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750" i="1">
                <a:solidFill>
                  <a:srgbClr val="131318"/>
                </a:solidFill>
                <a:latin typeface="Arial"/>
                <a:cs typeface="Arial"/>
              </a:rPr>
              <a:t>Financial</a:t>
            </a:r>
            <a:r>
              <a:rPr dirty="0" sz="750" spc="5" i="1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750" i="1">
                <a:solidFill>
                  <a:srgbClr val="131318"/>
                </a:solidFill>
                <a:latin typeface="Arial"/>
                <a:cs typeface="Arial"/>
              </a:rPr>
              <a:t>Innovation</a:t>
            </a:r>
            <a:r>
              <a:rPr dirty="0" sz="750">
                <a:solidFill>
                  <a:srgbClr val="131318"/>
                </a:solidFill>
                <a:latin typeface="Arial"/>
                <a:cs typeface="Arial"/>
              </a:rPr>
              <a:t>,</a:t>
            </a:r>
            <a:r>
              <a:rPr dirty="0" sz="750" spc="10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131318"/>
                </a:solidFill>
                <a:latin typeface="Arial"/>
                <a:cs typeface="Arial"/>
              </a:rPr>
              <a:t>vol.</a:t>
            </a:r>
            <a:r>
              <a:rPr dirty="0" sz="750" spc="5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131318"/>
                </a:solidFill>
                <a:latin typeface="Arial"/>
                <a:cs typeface="Arial"/>
              </a:rPr>
              <a:t>6,</a:t>
            </a:r>
            <a:r>
              <a:rPr dirty="0" sz="750" spc="5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131318"/>
                </a:solidFill>
                <a:latin typeface="Arial"/>
                <a:cs typeface="Arial"/>
              </a:rPr>
              <a:t>no.</a:t>
            </a:r>
            <a:r>
              <a:rPr dirty="0" sz="750" spc="10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131318"/>
                </a:solidFill>
                <a:latin typeface="Arial"/>
                <a:cs typeface="Arial"/>
              </a:rPr>
              <a:t>7,</a:t>
            </a:r>
            <a:r>
              <a:rPr dirty="0" sz="750" spc="5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750" spc="-10">
                <a:solidFill>
                  <a:srgbClr val="131318"/>
                </a:solidFill>
                <a:latin typeface="Arial"/>
                <a:cs typeface="Arial"/>
              </a:rPr>
              <a:t>2020. </a:t>
            </a:r>
            <a:r>
              <a:rPr dirty="0" sz="750">
                <a:solidFill>
                  <a:srgbClr val="131318"/>
                </a:solidFill>
                <a:latin typeface="Arial"/>
                <a:cs typeface="Arial"/>
              </a:rPr>
              <a:t>doi:10.1186/s40854-020-0172-</a:t>
            </a:r>
            <a:r>
              <a:rPr dirty="0" sz="750" spc="-25">
                <a:solidFill>
                  <a:srgbClr val="131318"/>
                </a:solidFill>
                <a:latin typeface="Arial"/>
                <a:cs typeface="Arial"/>
              </a:rPr>
              <a:t>y.</a:t>
            </a:r>
            <a:endParaRPr sz="750">
              <a:latin typeface="Arial"/>
              <a:cs typeface="Arial"/>
            </a:endParaRPr>
          </a:p>
          <a:p>
            <a:pPr marL="236220" marR="20955" indent="-224154">
              <a:lnSpc>
                <a:spcPct val="105200"/>
              </a:lnSpc>
              <a:spcBef>
                <a:spcPts val="645"/>
              </a:spcBef>
              <a:buAutoNum type="arabicPlain" startAt="7"/>
              <a:tabLst>
                <a:tab pos="236220" algn="l"/>
                <a:tab pos="237490" algn="l"/>
              </a:tabLst>
            </a:pPr>
            <a:r>
              <a:rPr dirty="0" sz="750">
                <a:solidFill>
                  <a:srgbClr val="0B4CB2"/>
                </a:solidFill>
                <a:latin typeface="Arial"/>
                <a:cs typeface="Arial"/>
              </a:rPr>
              <a:t>	</a:t>
            </a:r>
            <a:r>
              <a:rPr dirty="0" sz="750">
                <a:solidFill>
                  <a:srgbClr val="131318"/>
                </a:solidFill>
                <a:latin typeface="Arial"/>
                <a:cs typeface="Arial"/>
              </a:rPr>
              <a:t>R.</a:t>
            </a:r>
            <a:r>
              <a:rPr dirty="0" sz="750" spc="10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131318"/>
                </a:solidFill>
                <a:latin typeface="Arial"/>
                <a:cs typeface="Arial"/>
              </a:rPr>
              <a:t>Subramaniam,</a:t>
            </a:r>
            <a:r>
              <a:rPr dirty="0" sz="750" spc="10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131318"/>
                </a:solidFill>
                <a:latin typeface="Arial"/>
                <a:cs typeface="Arial"/>
              </a:rPr>
              <a:t>S.</a:t>
            </a:r>
            <a:r>
              <a:rPr dirty="0" sz="750" spc="15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131318"/>
                </a:solidFill>
                <a:latin typeface="Arial"/>
                <a:cs typeface="Arial"/>
              </a:rPr>
              <a:t>R.</a:t>
            </a:r>
            <a:r>
              <a:rPr dirty="0" sz="750" spc="10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131318"/>
                </a:solidFill>
                <a:latin typeface="Arial"/>
                <a:cs typeface="Arial"/>
              </a:rPr>
              <a:t>Azzuhri,</a:t>
            </a:r>
            <a:r>
              <a:rPr dirty="0" sz="750" spc="15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131318"/>
                </a:solidFill>
                <a:latin typeface="Arial"/>
                <a:cs typeface="Arial"/>
              </a:rPr>
              <a:t>and</a:t>
            </a:r>
            <a:r>
              <a:rPr dirty="0" sz="750" spc="10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750" spc="-55">
                <a:solidFill>
                  <a:srgbClr val="131318"/>
                </a:solidFill>
                <a:latin typeface="Arial"/>
                <a:cs typeface="Arial"/>
              </a:rPr>
              <a:t>Y.</a:t>
            </a:r>
            <a:r>
              <a:rPr dirty="0" sz="750" spc="10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750" spc="-20">
                <a:solidFill>
                  <a:srgbClr val="131318"/>
                </a:solidFill>
                <a:latin typeface="Arial"/>
                <a:cs typeface="Arial"/>
              </a:rPr>
              <a:t>W.</a:t>
            </a:r>
            <a:r>
              <a:rPr dirty="0" sz="750" spc="15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750" spc="-20">
                <a:solidFill>
                  <a:srgbClr val="131318"/>
                </a:solidFill>
                <a:latin typeface="Arial"/>
                <a:cs typeface="Arial"/>
              </a:rPr>
              <a:t>Teh,</a:t>
            </a:r>
            <a:r>
              <a:rPr dirty="0" sz="750" spc="10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131318"/>
                </a:solidFill>
                <a:latin typeface="Arial"/>
                <a:cs typeface="Arial"/>
              </a:rPr>
              <a:t>“Enhanced</a:t>
            </a:r>
            <a:r>
              <a:rPr dirty="0" sz="750" spc="15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131318"/>
                </a:solidFill>
                <a:latin typeface="Arial"/>
                <a:cs typeface="Arial"/>
              </a:rPr>
              <a:t>security</a:t>
            </a:r>
            <a:r>
              <a:rPr dirty="0" sz="750" spc="10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131318"/>
                </a:solidFill>
                <a:latin typeface="Arial"/>
                <a:cs typeface="Arial"/>
              </a:rPr>
              <a:t>approach</a:t>
            </a:r>
            <a:r>
              <a:rPr dirty="0" sz="750" spc="10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131318"/>
                </a:solidFill>
                <a:latin typeface="Arial"/>
                <a:cs typeface="Arial"/>
              </a:rPr>
              <a:t>powered</a:t>
            </a:r>
            <a:r>
              <a:rPr dirty="0" sz="750" spc="15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750" spc="-25">
                <a:solidFill>
                  <a:srgbClr val="131318"/>
                </a:solidFill>
                <a:latin typeface="Arial"/>
                <a:cs typeface="Arial"/>
              </a:rPr>
              <a:t>by</a:t>
            </a:r>
            <a:r>
              <a:rPr dirty="0" sz="750">
                <a:solidFill>
                  <a:srgbClr val="131318"/>
                </a:solidFill>
                <a:latin typeface="Arial"/>
                <a:cs typeface="Arial"/>
              </a:rPr>
              <a:t> blockchain</a:t>
            </a:r>
            <a:r>
              <a:rPr dirty="0" sz="750" spc="10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131318"/>
                </a:solidFill>
                <a:latin typeface="Arial"/>
                <a:cs typeface="Arial"/>
              </a:rPr>
              <a:t>technology</a:t>
            </a:r>
            <a:r>
              <a:rPr dirty="0" sz="750" spc="15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131318"/>
                </a:solidFill>
                <a:latin typeface="Arial"/>
                <a:cs typeface="Arial"/>
              </a:rPr>
              <a:t>with</a:t>
            </a:r>
            <a:r>
              <a:rPr dirty="0" sz="750" spc="15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131318"/>
                </a:solidFill>
                <a:latin typeface="Arial"/>
                <a:cs typeface="Arial"/>
              </a:rPr>
              <a:t>NFC</a:t>
            </a:r>
            <a:r>
              <a:rPr dirty="0" sz="750" spc="15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131318"/>
                </a:solidFill>
                <a:latin typeface="Arial"/>
                <a:cs typeface="Arial"/>
              </a:rPr>
              <a:t>to</a:t>
            </a:r>
            <a:r>
              <a:rPr dirty="0" sz="750" spc="15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131318"/>
                </a:solidFill>
                <a:latin typeface="Arial"/>
                <a:cs typeface="Arial"/>
              </a:rPr>
              <a:t>prevent</a:t>
            </a:r>
            <a:r>
              <a:rPr dirty="0" sz="750" spc="15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131318"/>
                </a:solidFill>
                <a:latin typeface="Arial"/>
                <a:cs typeface="Arial"/>
              </a:rPr>
              <a:t>fraudulence</a:t>
            </a:r>
            <a:r>
              <a:rPr dirty="0" sz="750" spc="15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131318"/>
                </a:solidFill>
                <a:latin typeface="Arial"/>
                <a:cs typeface="Arial"/>
              </a:rPr>
              <a:t>in</a:t>
            </a:r>
            <a:r>
              <a:rPr dirty="0" sz="750" spc="15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131318"/>
                </a:solidFill>
                <a:latin typeface="Arial"/>
                <a:cs typeface="Arial"/>
              </a:rPr>
              <a:t>bank</a:t>
            </a:r>
            <a:r>
              <a:rPr dirty="0" sz="750" spc="15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131318"/>
                </a:solidFill>
                <a:latin typeface="Arial"/>
                <a:cs typeface="Arial"/>
              </a:rPr>
              <a:t>Letter</a:t>
            </a:r>
            <a:r>
              <a:rPr dirty="0" sz="750" spc="15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131318"/>
                </a:solidFill>
                <a:latin typeface="Arial"/>
                <a:cs typeface="Arial"/>
              </a:rPr>
              <a:t>of</a:t>
            </a:r>
            <a:r>
              <a:rPr dirty="0" sz="750" spc="10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750" spc="-10">
                <a:solidFill>
                  <a:srgbClr val="131318"/>
                </a:solidFill>
                <a:latin typeface="Arial"/>
                <a:cs typeface="Arial"/>
              </a:rPr>
              <a:t>Credits,”</a:t>
            </a:r>
            <a:r>
              <a:rPr dirty="0" sz="750" spc="15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750" spc="-20">
                <a:solidFill>
                  <a:srgbClr val="131318"/>
                </a:solidFill>
                <a:latin typeface="Arial"/>
                <a:cs typeface="Arial"/>
              </a:rPr>
              <a:t>ACM,</a:t>
            </a:r>
            <a:r>
              <a:rPr dirty="0" sz="750">
                <a:solidFill>
                  <a:srgbClr val="131318"/>
                </a:solidFill>
                <a:latin typeface="Arial"/>
                <a:cs typeface="Arial"/>
              </a:rPr>
              <a:t> 2020.</a:t>
            </a:r>
            <a:r>
              <a:rPr dirty="0" sz="750" spc="35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131318"/>
                </a:solidFill>
                <a:latin typeface="Arial"/>
                <a:cs typeface="Arial"/>
              </a:rPr>
              <a:t>ISBN</a:t>
            </a:r>
            <a:r>
              <a:rPr dirty="0" sz="750" spc="40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131318"/>
                </a:solidFill>
                <a:latin typeface="Arial"/>
                <a:cs typeface="Arial"/>
              </a:rPr>
              <a:t>978-1-4503-7770-</a:t>
            </a:r>
            <a:r>
              <a:rPr dirty="0" sz="750" spc="-25">
                <a:solidFill>
                  <a:srgbClr val="131318"/>
                </a:solidFill>
                <a:latin typeface="Arial"/>
                <a:cs typeface="Arial"/>
              </a:rPr>
              <a:t>6.</a:t>
            </a:r>
            <a:endParaRPr sz="750">
              <a:latin typeface="Arial"/>
              <a:cs typeface="Arial"/>
            </a:endParaRPr>
          </a:p>
          <a:p>
            <a:pPr marL="236220" marR="5080" indent="-224154">
              <a:lnSpc>
                <a:spcPct val="105200"/>
              </a:lnSpc>
              <a:spcBef>
                <a:spcPts val="505"/>
              </a:spcBef>
              <a:buAutoNum type="arabicPlain" startAt="7"/>
              <a:tabLst>
                <a:tab pos="236220" algn="l"/>
                <a:tab pos="237490" algn="l"/>
              </a:tabLst>
            </a:pPr>
            <a:r>
              <a:rPr dirty="0" sz="750">
                <a:solidFill>
                  <a:srgbClr val="0B4CB2"/>
                </a:solidFill>
                <a:latin typeface="Arial"/>
                <a:cs typeface="Arial"/>
              </a:rPr>
              <a:t>	</a:t>
            </a:r>
            <a:r>
              <a:rPr dirty="0" sz="750">
                <a:solidFill>
                  <a:srgbClr val="131318"/>
                </a:solidFill>
                <a:latin typeface="Arial"/>
                <a:cs typeface="Arial"/>
              </a:rPr>
              <a:t>D.</a:t>
            </a:r>
            <a:r>
              <a:rPr dirty="0" sz="750" spc="5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131318"/>
                </a:solidFill>
                <a:latin typeface="Arial"/>
                <a:cs typeface="Arial"/>
              </a:rPr>
              <a:t>Li,</a:t>
            </a:r>
            <a:r>
              <a:rPr dirty="0" sz="750" spc="5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131318"/>
                </a:solidFill>
                <a:latin typeface="Arial"/>
                <a:cs typeface="Arial"/>
              </a:rPr>
              <a:t>D.</a:t>
            </a:r>
            <a:r>
              <a:rPr dirty="0" sz="750" spc="5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131318"/>
                </a:solidFill>
                <a:latin typeface="Arial"/>
                <a:cs typeface="Arial"/>
              </a:rPr>
              <a:t>Han,</a:t>
            </a:r>
            <a:r>
              <a:rPr dirty="0" sz="750" spc="10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131318"/>
                </a:solidFill>
                <a:latin typeface="Arial"/>
                <a:cs typeface="Arial"/>
              </a:rPr>
              <a:t>N.</a:t>
            </a:r>
            <a:r>
              <a:rPr dirty="0" sz="750" spc="5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131318"/>
                </a:solidFill>
                <a:latin typeface="Arial"/>
                <a:cs typeface="Arial"/>
              </a:rPr>
              <a:t>Crespi,</a:t>
            </a:r>
            <a:r>
              <a:rPr dirty="0" sz="750" spc="5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131318"/>
                </a:solidFill>
                <a:latin typeface="Arial"/>
                <a:cs typeface="Arial"/>
              </a:rPr>
              <a:t>R.</a:t>
            </a:r>
            <a:r>
              <a:rPr dirty="0" sz="750" spc="5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131318"/>
                </a:solidFill>
                <a:latin typeface="Arial"/>
                <a:cs typeface="Arial"/>
              </a:rPr>
              <a:t>Minerva,</a:t>
            </a:r>
            <a:r>
              <a:rPr dirty="0" sz="750" spc="10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131318"/>
                </a:solidFill>
                <a:latin typeface="Arial"/>
                <a:cs typeface="Arial"/>
              </a:rPr>
              <a:t>and</a:t>
            </a:r>
            <a:r>
              <a:rPr dirty="0" sz="750" spc="5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131318"/>
                </a:solidFill>
                <a:latin typeface="Arial"/>
                <a:cs typeface="Arial"/>
              </a:rPr>
              <a:t>Z.</a:t>
            </a:r>
            <a:r>
              <a:rPr dirty="0" sz="750" spc="5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131318"/>
                </a:solidFill>
                <a:latin typeface="Arial"/>
                <a:cs typeface="Arial"/>
              </a:rPr>
              <a:t>Sun,</a:t>
            </a:r>
            <a:r>
              <a:rPr dirty="0" sz="750" spc="10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750" spc="-10">
                <a:solidFill>
                  <a:srgbClr val="131318"/>
                </a:solidFill>
                <a:latin typeface="Arial"/>
                <a:cs typeface="Arial"/>
              </a:rPr>
              <a:t>“Fabric-</a:t>
            </a:r>
            <a:r>
              <a:rPr dirty="0" sz="750">
                <a:solidFill>
                  <a:srgbClr val="131318"/>
                </a:solidFill>
                <a:latin typeface="Arial"/>
                <a:cs typeface="Arial"/>
              </a:rPr>
              <a:t>SCF:</a:t>
            </a:r>
            <a:r>
              <a:rPr dirty="0" sz="750" spc="5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131318"/>
                </a:solidFill>
                <a:latin typeface="Arial"/>
                <a:cs typeface="Arial"/>
              </a:rPr>
              <a:t>A</a:t>
            </a:r>
            <a:r>
              <a:rPr dirty="0" sz="750" spc="5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131318"/>
                </a:solidFill>
                <a:latin typeface="Arial"/>
                <a:cs typeface="Arial"/>
              </a:rPr>
              <a:t>blockchain-based</a:t>
            </a:r>
            <a:r>
              <a:rPr dirty="0" sz="750" spc="5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750" spc="-10">
                <a:solidFill>
                  <a:srgbClr val="131318"/>
                </a:solidFill>
                <a:latin typeface="Arial"/>
                <a:cs typeface="Arial"/>
              </a:rPr>
              <a:t>secure </a:t>
            </a:r>
            <a:r>
              <a:rPr dirty="0" sz="750">
                <a:solidFill>
                  <a:srgbClr val="131318"/>
                </a:solidFill>
                <a:latin typeface="Arial"/>
                <a:cs typeface="Arial"/>
              </a:rPr>
              <a:t>storage</a:t>
            </a:r>
            <a:r>
              <a:rPr dirty="0" sz="750" spc="20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131318"/>
                </a:solidFill>
                <a:latin typeface="Arial"/>
                <a:cs typeface="Arial"/>
              </a:rPr>
              <a:t>and</a:t>
            </a:r>
            <a:r>
              <a:rPr dirty="0" sz="750" spc="20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131318"/>
                </a:solidFill>
                <a:latin typeface="Arial"/>
                <a:cs typeface="Arial"/>
              </a:rPr>
              <a:t>access</a:t>
            </a:r>
            <a:r>
              <a:rPr dirty="0" sz="750" spc="20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131318"/>
                </a:solidFill>
                <a:latin typeface="Arial"/>
                <a:cs typeface="Arial"/>
              </a:rPr>
              <a:t>control</a:t>
            </a:r>
            <a:r>
              <a:rPr dirty="0" sz="750" spc="20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131318"/>
                </a:solidFill>
                <a:latin typeface="Arial"/>
                <a:cs typeface="Arial"/>
              </a:rPr>
              <a:t>scheme</a:t>
            </a:r>
            <a:r>
              <a:rPr dirty="0" sz="750" spc="20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131318"/>
                </a:solidFill>
                <a:latin typeface="Arial"/>
                <a:cs typeface="Arial"/>
              </a:rPr>
              <a:t>for</a:t>
            </a:r>
            <a:r>
              <a:rPr dirty="0" sz="750" spc="20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131318"/>
                </a:solidFill>
                <a:latin typeface="Arial"/>
                <a:cs typeface="Arial"/>
              </a:rPr>
              <a:t>supply</a:t>
            </a:r>
            <a:r>
              <a:rPr dirty="0" sz="750" spc="25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131318"/>
                </a:solidFill>
                <a:latin typeface="Arial"/>
                <a:cs typeface="Arial"/>
              </a:rPr>
              <a:t>chain</a:t>
            </a:r>
            <a:r>
              <a:rPr dirty="0" sz="750" spc="20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750" spc="-10">
                <a:solidFill>
                  <a:srgbClr val="131318"/>
                </a:solidFill>
                <a:latin typeface="Arial"/>
                <a:cs typeface="Arial"/>
              </a:rPr>
              <a:t>finance,”</a:t>
            </a:r>
            <a:r>
              <a:rPr dirty="0" sz="750" spc="20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131318"/>
                </a:solidFill>
                <a:latin typeface="Arial"/>
                <a:cs typeface="Arial"/>
              </a:rPr>
              <a:t>arXiv:2111.13538,</a:t>
            </a:r>
            <a:r>
              <a:rPr dirty="0" sz="750" spc="20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750" spc="-10">
                <a:solidFill>
                  <a:srgbClr val="131318"/>
                </a:solidFill>
                <a:latin typeface="Arial"/>
                <a:cs typeface="Arial"/>
              </a:rPr>
              <a:t>2021.</a:t>
            </a:r>
            <a:endParaRPr sz="750">
              <a:latin typeface="Arial"/>
              <a:cs typeface="Arial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0" y="2702636"/>
            <a:ext cx="1146175" cy="114300"/>
            <a:chOff x="0" y="2702636"/>
            <a:chExt cx="1146175" cy="114300"/>
          </a:xfrm>
        </p:grpSpPr>
        <p:sp>
          <p:nvSpPr>
            <p:cNvPr id="4" name="object 4"/>
            <p:cNvSpPr/>
            <p:nvPr/>
          </p:nvSpPr>
          <p:spPr>
            <a:xfrm>
              <a:off x="0" y="2702636"/>
              <a:ext cx="20320" cy="114300"/>
            </a:xfrm>
            <a:custGeom>
              <a:avLst/>
              <a:gdLst/>
              <a:ahLst/>
              <a:cxnLst/>
              <a:rect l="l" t="t" r="r" b="b"/>
              <a:pathLst>
                <a:path w="20320" h="114300">
                  <a:moveTo>
                    <a:pt x="20243" y="0"/>
                  </a:moveTo>
                  <a:lnTo>
                    <a:pt x="0" y="0"/>
                  </a:lnTo>
                  <a:lnTo>
                    <a:pt x="0" y="113868"/>
                  </a:lnTo>
                  <a:lnTo>
                    <a:pt x="20243" y="113868"/>
                  </a:lnTo>
                  <a:lnTo>
                    <a:pt x="20243" y="0"/>
                  </a:lnTo>
                  <a:close/>
                </a:path>
              </a:pathLst>
            </a:custGeom>
            <a:solidFill>
              <a:srgbClr val="0B4CB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20243" y="2702636"/>
              <a:ext cx="1125855" cy="114300"/>
            </a:xfrm>
            <a:custGeom>
              <a:avLst/>
              <a:gdLst/>
              <a:ahLst/>
              <a:cxnLst/>
              <a:rect l="l" t="t" r="r" b="b"/>
              <a:pathLst>
                <a:path w="1125855" h="114300">
                  <a:moveTo>
                    <a:pt x="1125423" y="0"/>
                  </a:moveTo>
                  <a:lnTo>
                    <a:pt x="0" y="0"/>
                  </a:lnTo>
                  <a:lnTo>
                    <a:pt x="0" y="113868"/>
                  </a:lnTo>
                  <a:lnTo>
                    <a:pt x="1125423" y="113868"/>
                  </a:lnTo>
                  <a:lnTo>
                    <a:pt x="1125423" y="0"/>
                  </a:lnTo>
                  <a:close/>
                </a:path>
              </a:pathLst>
            </a:custGeom>
            <a:solidFill>
              <a:srgbClr val="DCE5F7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 txBox="1"/>
          <p:nvPr/>
        </p:nvSpPr>
        <p:spPr>
          <a:xfrm>
            <a:off x="20243" y="2699321"/>
            <a:ext cx="1125855" cy="11493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28575">
              <a:lnSpc>
                <a:spcPct val="100000"/>
              </a:lnSpc>
              <a:spcBef>
                <a:spcPts val="135"/>
              </a:spcBef>
            </a:pPr>
            <a:r>
              <a:rPr dirty="0" sz="550" spc="-10">
                <a:solidFill>
                  <a:srgbClr val="0B4CB2"/>
                </a:solidFill>
                <a:latin typeface="Arial"/>
                <a:cs typeface="Arial"/>
                <a:hlinkClick r:id="rId15" action="ppaction://hlinksldjump"/>
              </a:rPr>
              <a:t>References</a:t>
            </a:r>
            <a:endParaRPr sz="55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409293" y="1899277"/>
            <a:ext cx="4043679" cy="1129665"/>
          </a:xfrm>
          <a:prstGeom prst="rect">
            <a:avLst/>
          </a:prstGeom>
        </p:spPr>
        <p:txBody>
          <a:bodyPr wrap="square" lIns="0" tIns="7620" rIns="0" bIns="0" rtlCol="0" vert="horz">
            <a:spAutoFit/>
          </a:bodyPr>
          <a:lstStyle/>
          <a:p>
            <a:pPr marL="236220" marR="5080" indent="-224154">
              <a:lnSpc>
                <a:spcPct val="105200"/>
              </a:lnSpc>
              <a:spcBef>
                <a:spcPts val="60"/>
              </a:spcBef>
              <a:buClr>
                <a:srgbClr val="0B4CB2"/>
              </a:buClr>
              <a:buAutoNum type="arabicPlain" startAt="10"/>
              <a:tabLst>
                <a:tab pos="236220" algn="l"/>
              </a:tabLst>
            </a:pPr>
            <a:r>
              <a:rPr dirty="0" sz="750">
                <a:solidFill>
                  <a:srgbClr val="131318"/>
                </a:solidFill>
                <a:latin typeface="Arial"/>
                <a:cs typeface="Arial"/>
              </a:rPr>
              <a:t>S.</a:t>
            </a:r>
            <a:r>
              <a:rPr dirty="0" sz="750" spc="10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131318"/>
                </a:solidFill>
                <a:latin typeface="Arial"/>
                <a:cs typeface="Arial"/>
              </a:rPr>
              <a:t>E.</a:t>
            </a:r>
            <a:r>
              <a:rPr dirty="0" sz="750" spc="10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131318"/>
                </a:solidFill>
                <a:latin typeface="Arial"/>
                <a:cs typeface="Arial"/>
              </a:rPr>
              <a:t>Chang,</a:t>
            </a:r>
            <a:r>
              <a:rPr dirty="0" sz="750" spc="10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131318"/>
                </a:solidFill>
                <a:latin typeface="Arial"/>
                <a:cs typeface="Arial"/>
              </a:rPr>
              <a:t>H.</a:t>
            </a:r>
            <a:r>
              <a:rPr dirty="0" sz="750" spc="10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131318"/>
                </a:solidFill>
                <a:latin typeface="Arial"/>
                <a:cs typeface="Arial"/>
              </a:rPr>
              <a:t>L.</a:t>
            </a:r>
            <a:r>
              <a:rPr dirty="0" sz="750" spc="10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131318"/>
                </a:solidFill>
                <a:latin typeface="Arial"/>
                <a:cs typeface="Arial"/>
              </a:rPr>
              <a:t>Luo,</a:t>
            </a:r>
            <a:r>
              <a:rPr dirty="0" sz="750" spc="10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131318"/>
                </a:solidFill>
                <a:latin typeface="Arial"/>
                <a:cs typeface="Arial"/>
              </a:rPr>
              <a:t>and</a:t>
            </a:r>
            <a:r>
              <a:rPr dirty="0" sz="750" spc="10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750" spc="-55">
                <a:solidFill>
                  <a:srgbClr val="131318"/>
                </a:solidFill>
                <a:latin typeface="Arial"/>
                <a:cs typeface="Arial"/>
              </a:rPr>
              <a:t>Y.</a:t>
            </a:r>
            <a:r>
              <a:rPr dirty="0" sz="750" spc="10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131318"/>
                </a:solidFill>
                <a:latin typeface="Arial"/>
                <a:cs typeface="Arial"/>
              </a:rPr>
              <a:t>Chen,</a:t>
            </a:r>
            <a:r>
              <a:rPr dirty="0" sz="750" spc="10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131318"/>
                </a:solidFill>
                <a:latin typeface="Arial"/>
                <a:cs typeface="Arial"/>
              </a:rPr>
              <a:t>“Blockchain-enabled</a:t>
            </a:r>
            <a:r>
              <a:rPr dirty="0" sz="750" spc="10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131318"/>
                </a:solidFill>
                <a:latin typeface="Arial"/>
                <a:cs typeface="Arial"/>
              </a:rPr>
              <a:t>trade</a:t>
            </a:r>
            <a:r>
              <a:rPr dirty="0" sz="750" spc="10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131318"/>
                </a:solidFill>
                <a:latin typeface="Arial"/>
                <a:cs typeface="Arial"/>
              </a:rPr>
              <a:t>finance</a:t>
            </a:r>
            <a:r>
              <a:rPr dirty="0" sz="750" spc="10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131318"/>
                </a:solidFill>
                <a:latin typeface="Arial"/>
                <a:cs typeface="Arial"/>
              </a:rPr>
              <a:t>innovation:</a:t>
            </a:r>
            <a:r>
              <a:rPr dirty="0" sz="750" spc="65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750" spc="-50">
                <a:solidFill>
                  <a:srgbClr val="131318"/>
                </a:solidFill>
                <a:latin typeface="Arial"/>
                <a:cs typeface="Arial"/>
              </a:rPr>
              <a:t>a</a:t>
            </a:r>
            <a:r>
              <a:rPr dirty="0" sz="750">
                <a:solidFill>
                  <a:srgbClr val="131318"/>
                </a:solidFill>
                <a:latin typeface="Arial"/>
                <a:cs typeface="Arial"/>
              </a:rPr>
              <a:t> potential</a:t>
            </a:r>
            <a:r>
              <a:rPr dirty="0" sz="750" spc="10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131318"/>
                </a:solidFill>
                <a:latin typeface="Arial"/>
                <a:cs typeface="Arial"/>
              </a:rPr>
              <a:t>paradigm</a:t>
            </a:r>
            <a:r>
              <a:rPr dirty="0" sz="750" spc="10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131318"/>
                </a:solidFill>
                <a:latin typeface="Arial"/>
                <a:cs typeface="Arial"/>
              </a:rPr>
              <a:t>shift</a:t>
            </a:r>
            <a:r>
              <a:rPr dirty="0" sz="750" spc="15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131318"/>
                </a:solidFill>
                <a:latin typeface="Arial"/>
                <a:cs typeface="Arial"/>
              </a:rPr>
              <a:t>on</a:t>
            </a:r>
            <a:r>
              <a:rPr dirty="0" sz="750" spc="10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131318"/>
                </a:solidFill>
                <a:latin typeface="Arial"/>
                <a:cs typeface="Arial"/>
              </a:rPr>
              <a:t>using</a:t>
            </a:r>
            <a:r>
              <a:rPr dirty="0" sz="750" spc="15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131318"/>
                </a:solidFill>
                <a:latin typeface="Arial"/>
                <a:cs typeface="Arial"/>
              </a:rPr>
              <a:t>Letter</a:t>
            </a:r>
            <a:r>
              <a:rPr dirty="0" sz="750" spc="10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131318"/>
                </a:solidFill>
                <a:latin typeface="Arial"/>
                <a:cs typeface="Arial"/>
              </a:rPr>
              <a:t>of</a:t>
            </a:r>
            <a:r>
              <a:rPr dirty="0" sz="750" spc="10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750" spc="-10">
                <a:solidFill>
                  <a:srgbClr val="131318"/>
                </a:solidFill>
                <a:latin typeface="Arial"/>
                <a:cs typeface="Arial"/>
              </a:rPr>
              <a:t>Credit,”</a:t>
            </a:r>
            <a:r>
              <a:rPr dirty="0" sz="750" spc="15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750" i="1">
                <a:solidFill>
                  <a:srgbClr val="131318"/>
                </a:solidFill>
                <a:latin typeface="Arial"/>
                <a:cs typeface="Arial"/>
              </a:rPr>
              <a:t>Sustainability</a:t>
            </a:r>
            <a:r>
              <a:rPr dirty="0" sz="750">
                <a:solidFill>
                  <a:srgbClr val="131318"/>
                </a:solidFill>
                <a:latin typeface="Arial"/>
                <a:cs typeface="Arial"/>
              </a:rPr>
              <a:t>,</a:t>
            </a:r>
            <a:r>
              <a:rPr dirty="0" sz="750" spc="10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131318"/>
                </a:solidFill>
                <a:latin typeface="Arial"/>
                <a:cs typeface="Arial"/>
              </a:rPr>
              <a:t>vol.</a:t>
            </a:r>
            <a:r>
              <a:rPr dirty="0" sz="750" spc="15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131318"/>
                </a:solidFill>
                <a:latin typeface="Arial"/>
                <a:cs typeface="Arial"/>
              </a:rPr>
              <a:t>12,</a:t>
            </a:r>
            <a:r>
              <a:rPr dirty="0" sz="750" spc="10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131318"/>
                </a:solidFill>
                <a:latin typeface="Arial"/>
                <a:cs typeface="Arial"/>
              </a:rPr>
              <a:t>no.</a:t>
            </a:r>
            <a:r>
              <a:rPr dirty="0" sz="750" spc="15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131318"/>
                </a:solidFill>
                <a:latin typeface="Arial"/>
                <a:cs typeface="Arial"/>
              </a:rPr>
              <a:t>1,</a:t>
            </a:r>
            <a:r>
              <a:rPr dirty="0" sz="750" spc="10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131318"/>
                </a:solidFill>
                <a:latin typeface="Arial"/>
                <a:cs typeface="Arial"/>
              </a:rPr>
              <a:t>188,</a:t>
            </a:r>
            <a:r>
              <a:rPr dirty="0" sz="750" spc="10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750" spc="-10">
                <a:solidFill>
                  <a:srgbClr val="131318"/>
                </a:solidFill>
                <a:latin typeface="Arial"/>
                <a:cs typeface="Arial"/>
              </a:rPr>
              <a:t>2020.</a:t>
            </a:r>
            <a:endParaRPr sz="750">
              <a:latin typeface="Arial"/>
              <a:cs typeface="Arial"/>
            </a:endParaRPr>
          </a:p>
          <a:p>
            <a:pPr marL="236220" marR="249554" indent="-224154">
              <a:lnSpc>
                <a:spcPct val="105200"/>
              </a:lnSpc>
              <a:spcBef>
                <a:spcPts val="655"/>
              </a:spcBef>
              <a:buClr>
                <a:srgbClr val="0B4CB2"/>
              </a:buClr>
              <a:buAutoNum type="arabicPlain" startAt="10"/>
              <a:tabLst>
                <a:tab pos="236220" algn="l"/>
              </a:tabLst>
            </a:pPr>
            <a:r>
              <a:rPr dirty="0" sz="750">
                <a:solidFill>
                  <a:srgbClr val="131318"/>
                </a:solidFill>
                <a:latin typeface="Arial"/>
                <a:cs typeface="Arial"/>
              </a:rPr>
              <a:t>R.</a:t>
            </a:r>
            <a:r>
              <a:rPr dirty="0" sz="750" spc="15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131318"/>
                </a:solidFill>
                <a:latin typeface="Arial"/>
                <a:cs typeface="Arial"/>
              </a:rPr>
              <a:t>van</a:t>
            </a:r>
            <a:r>
              <a:rPr dirty="0" sz="750" spc="15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131318"/>
                </a:solidFill>
                <a:latin typeface="Arial"/>
                <a:cs typeface="Arial"/>
              </a:rPr>
              <a:t>Glabbeek,</a:t>
            </a:r>
            <a:r>
              <a:rPr dirty="0" sz="750" spc="15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750" spc="-45">
                <a:solidFill>
                  <a:srgbClr val="131318"/>
                </a:solidFill>
                <a:latin typeface="Arial"/>
                <a:cs typeface="Arial"/>
              </a:rPr>
              <a:t>V.</a:t>
            </a:r>
            <a:r>
              <a:rPr dirty="0" sz="750" spc="15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131318"/>
                </a:solidFill>
                <a:latin typeface="Arial"/>
                <a:cs typeface="Arial"/>
              </a:rPr>
              <a:t>Gramoli,</a:t>
            </a:r>
            <a:r>
              <a:rPr dirty="0" sz="750" spc="15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131318"/>
                </a:solidFill>
                <a:latin typeface="Arial"/>
                <a:cs typeface="Arial"/>
              </a:rPr>
              <a:t>and</a:t>
            </a:r>
            <a:r>
              <a:rPr dirty="0" sz="750" spc="15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750" spc="-70">
                <a:solidFill>
                  <a:srgbClr val="131318"/>
                </a:solidFill>
                <a:latin typeface="Arial"/>
                <a:cs typeface="Arial"/>
              </a:rPr>
              <a:t>P.</a:t>
            </a:r>
            <a:r>
              <a:rPr dirty="0" sz="750" spc="15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131318"/>
                </a:solidFill>
                <a:latin typeface="Arial"/>
                <a:cs typeface="Arial"/>
              </a:rPr>
              <a:t>Tholoniat,</a:t>
            </a:r>
            <a:r>
              <a:rPr dirty="0" sz="750" spc="15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131318"/>
                </a:solidFill>
                <a:latin typeface="Arial"/>
                <a:cs typeface="Arial"/>
              </a:rPr>
              <a:t>“Cross-chain</a:t>
            </a:r>
            <a:r>
              <a:rPr dirty="0" sz="750" spc="15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131318"/>
                </a:solidFill>
                <a:latin typeface="Arial"/>
                <a:cs typeface="Arial"/>
              </a:rPr>
              <a:t>payment</a:t>
            </a:r>
            <a:r>
              <a:rPr dirty="0" sz="750" spc="15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131318"/>
                </a:solidFill>
                <a:latin typeface="Arial"/>
                <a:cs typeface="Arial"/>
              </a:rPr>
              <a:t>protocols</a:t>
            </a:r>
            <a:r>
              <a:rPr dirty="0" sz="750" spc="15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750" spc="-20">
                <a:solidFill>
                  <a:srgbClr val="131318"/>
                </a:solidFill>
                <a:latin typeface="Arial"/>
                <a:cs typeface="Arial"/>
              </a:rPr>
              <a:t>with</a:t>
            </a:r>
            <a:r>
              <a:rPr dirty="0" sz="750">
                <a:solidFill>
                  <a:srgbClr val="131318"/>
                </a:solidFill>
                <a:latin typeface="Arial"/>
                <a:cs typeface="Arial"/>
              </a:rPr>
              <a:t> success</a:t>
            </a:r>
            <a:r>
              <a:rPr dirty="0" sz="750" spc="15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750" spc="-10">
                <a:solidFill>
                  <a:srgbClr val="131318"/>
                </a:solidFill>
                <a:latin typeface="Arial"/>
                <a:cs typeface="Arial"/>
              </a:rPr>
              <a:t>guarantees,”</a:t>
            </a:r>
            <a:r>
              <a:rPr dirty="0" sz="750" spc="20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750" i="1">
                <a:solidFill>
                  <a:srgbClr val="131318"/>
                </a:solidFill>
                <a:latin typeface="Arial"/>
                <a:cs typeface="Arial"/>
              </a:rPr>
              <a:t>Distributed</a:t>
            </a:r>
            <a:r>
              <a:rPr dirty="0" sz="750" spc="20" i="1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750" i="1">
                <a:solidFill>
                  <a:srgbClr val="131318"/>
                </a:solidFill>
                <a:latin typeface="Arial"/>
                <a:cs typeface="Arial"/>
              </a:rPr>
              <a:t>Computing</a:t>
            </a:r>
            <a:r>
              <a:rPr dirty="0" sz="750">
                <a:solidFill>
                  <a:srgbClr val="131318"/>
                </a:solidFill>
                <a:latin typeface="Arial"/>
                <a:cs typeface="Arial"/>
              </a:rPr>
              <a:t>,</a:t>
            </a:r>
            <a:r>
              <a:rPr dirty="0" sz="750" spc="20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131318"/>
                </a:solidFill>
                <a:latin typeface="Arial"/>
                <a:cs typeface="Arial"/>
              </a:rPr>
              <a:t>vol.</a:t>
            </a:r>
            <a:r>
              <a:rPr dirty="0" sz="750" spc="20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131318"/>
                </a:solidFill>
                <a:latin typeface="Arial"/>
                <a:cs typeface="Arial"/>
              </a:rPr>
              <a:t>36,</a:t>
            </a:r>
            <a:r>
              <a:rPr dirty="0" sz="750" spc="20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131318"/>
                </a:solidFill>
                <a:latin typeface="Arial"/>
                <a:cs typeface="Arial"/>
              </a:rPr>
              <a:t>pp.</a:t>
            </a:r>
            <a:r>
              <a:rPr dirty="0" sz="750" spc="20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131318"/>
                </a:solidFill>
                <a:latin typeface="Arial"/>
                <a:cs typeface="Arial"/>
              </a:rPr>
              <a:t>137–157,</a:t>
            </a:r>
            <a:r>
              <a:rPr dirty="0" sz="750" spc="20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750" spc="-10">
                <a:solidFill>
                  <a:srgbClr val="131318"/>
                </a:solidFill>
                <a:latin typeface="Arial"/>
                <a:cs typeface="Arial"/>
              </a:rPr>
              <a:t>2023. </a:t>
            </a:r>
            <a:r>
              <a:rPr dirty="0" sz="750">
                <a:solidFill>
                  <a:srgbClr val="131318"/>
                </a:solidFill>
                <a:latin typeface="Arial"/>
                <a:cs typeface="Arial"/>
              </a:rPr>
              <a:t>doi:10.1007/s00446-023-00446-</a:t>
            </a:r>
            <a:r>
              <a:rPr dirty="0" sz="750" spc="-25">
                <a:solidFill>
                  <a:srgbClr val="131318"/>
                </a:solidFill>
                <a:latin typeface="Arial"/>
                <a:cs typeface="Arial"/>
              </a:rPr>
              <a:t>0.</a:t>
            </a:r>
            <a:endParaRPr sz="750">
              <a:latin typeface="Arial"/>
              <a:cs typeface="Arial"/>
            </a:endParaRPr>
          </a:p>
          <a:p>
            <a:pPr marL="236220" marR="92075" indent="-224154">
              <a:lnSpc>
                <a:spcPct val="105200"/>
              </a:lnSpc>
              <a:spcBef>
                <a:spcPts val="505"/>
              </a:spcBef>
              <a:buClr>
                <a:srgbClr val="0B4CB2"/>
              </a:buClr>
              <a:buAutoNum type="arabicPlain" startAt="10"/>
              <a:tabLst>
                <a:tab pos="236220" algn="l"/>
              </a:tabLst>
            </a:pPr>
            <a:r>
              <a:rPr dirty="0" sz="750" spc="-65">
                <a:solidFill>
                  <a:srgbClr val="131318"/>
                </a:solidFill>
                <a:latin typeface="Arial"/>
                <a:cs typeface="Arial"/>
              </a:rPr>
              <a:t>F.</a:t>
            </a:r>
            <a:r>
              <a:rPr dirty="0" sz="750">
                <a:solidFill>
                  <a:srgbClr val="131318"/>
                </a:solidFill>
                <a:latin typeface="Arial"/>
                <a:cs typeface="Arial"/>
              </a:rPr>
              <a:t> Zhang,</a:t>
            </a:r>
            <a:r>
              <a:rPr dirty="0" sz="750" spc="-5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131318"/>
                </a:solidFill>
                <a:latin typeface="Arial"/>
                <a:cs typeface="Arial"/>
              </a:rPr>
              <a:t>D. Maram, H. Malvai, S. Goldfeder, and</a:t>
            </a:r>
            <a:r>
              <a:rPr dirty="0" sz="750" spc="-5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131318"/>
                </a:solidFill>
                <a:latin typeface="Arial"/>
                <a:cs typeface="Arial"/>
              </a:rPr>
              <a:t>A. Juels, “DECO: Liberating web </a:t>
            </a:r>
            <a:r>
              <a:rPr dirty="0" sz="750" spc="-20">
                <a:solidFill>
                  <a:srgbClr val="131318"/>
                </a:solidFill>
                <a:latin typeface="Arial"/>
                <a:cs typeface="Arial"/>
              </a:rPr>
              <a:t>data</a:t>
            </a:r>
            <a:r>
              <a:rPr dirty="0" sz="750">
                <a:solidFill>
                  <a:srgbClr val="131318"/>
                </a:solidFill>
                <a:latin typeface="Arial"/>
                <a:cs typeface="Arial"/>
              </a:rPr>
              <a:t> using</a:t>
            </a:r>
            <a:r>
              <a:rPr dirty="0" sz="750" spc="5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131318"/>
                </a:solidFill>
                <a:latin typeface="Arial"/>
                <a:cs typeface="Arial"/>
              </a:rPr>
              <a:t>decentralized</a:t>
            </a:r>
            <a:r>
              <a:rPr dirty="0" sz="750" spc="10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131318"/>
                </a:solidFill>
                <a:latin typeface="Arial"/>
                <a:cs typeface="Arial"/>
              </a:rPr>
              <a:t>oracles</a:t>
            </a:r>
            <a:r>
              <a:rPr dirty="0" sz="750" spc="10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131318"/>
                </a:solidFill>
                <a:latin typeface="Arial"/>
                <a:cs typeface="Arial"/>
              </a:rPr>
              <a:t>for</a:t>
            </a:r>
            <a:r>
              <a:rPr dirty="0" sz="750" spc="10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750" spc="-20">
                <a:solidFill>
                  <a:srgbClr val="131318"/>
                </a:solidFill>
                <a:latin typeface="Arial"/>
                <a:cs typeface="Arial"/>
              </a:rPr>
              <a:t>TLS,”</a:t>
            </a:r>
            <a:r>
              <a:rPr dirty="0" sz="750" spc="10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750">
                <a:solidFill>
                  <a:srgbClr val="131318"/>
                </a:solidFill>
                <a:latin typeface="Arial"/>
                <a:cs typeface="Arial"/>
              </a:rPr>
              <a:t>in</a:t>
            </a:r>
            <a:r>
              <a:rPr dirty="0" sz="750" spc="10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750" i="1">
                <a:solidFill>
                  <a:srgbClr val="131318"/>
                </a:solidFill>
                <a:latin typeface="Arial"/>
                <a:cs typeface="Arial"/>
              </a:rPr>
              <a:t>ACM</a:t>
            </a:r>
            <a:r>
              <a:rPr dirty="0" sz="750" spc="10" i="1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750" i="1">
                <a:solidFill>
                  <a:srgbClr val="131318"/>
                </a:solidFill>
                <a:latin typeface="Arial"/>
                <a:cs typeface="Arial"/>
              </a:rPr>
              <a:t>CCS</a:t>
            </a:r>
            <a:r>
              <a:rPr dirty="0" sz="750" spc="5" i="1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750" i="1">
                <a:solidFill>
                  <a:srgbClr val="131318"/>
                </a:solidFill>
                <a:latin typeface="Arial"/>
                <a:cs typeface="Arial"/>
              </a:rPr>
              <a:t>’20</a:t>
            </a:r>
            <a:r>
              <a:rPr dirty="0" sz="750">
                <a:solidFill>
                  <a:srgbClr val="131318"/>
                </a:solidFill>
                <a:latin typeface="Arial"/>
                <a:cs typeface="Arial"/>
              </a:rPr>
              <a:t>,</a:t>
            </a:r>
            <a:r>
              <a:rPr dirty="0" sz="750" spc="10">
                <a:solidFill>
                  <a:srgbClr val="131318"/>
                </a:solidFill>
                <a:latin typeface="Arial"/>
                <a:cs typeface="Arial"/>
              </a:rPr>
              <a:t> </a:t>
            </a:r>
            <a:r>
              <a:rPr dirty="0" sz="750" spc="-10">
                <a:solidFill>
                  <a:srgbClr val="131318"/>
                </a:solidFill>
                <a:latin typeface="Arial"/>
                <a:cs typeface="Arial"/>
              </a:rPr>
              <a:t>2020. doi:10.1145/3372297.3417239.</a:t>
            </a:r>
            <a:endParaRPr sz="750">
              <a:latin typeface="Arial"/>
              <a:cs typeface="Arial"/>
            </a:endParaRPr>
          </a:p>
        </p:txBody>
      </p:sp>
    </p:spTree>
  </p:cSld>
  <p:clrMapOvr>
    <a:masterClrMapping/>
  </p:clrMapOvr>
  <p:transition spd="fast">
    <p:cut thruBlk="0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Aleena M, Karthik M, Roshan Joseph, Vinayak D</dc:creator>
  <dc:title>TrustLC: Trust-Minimized Blockchain Escrow for Letter of Credit Trade Finance - Computer Science and Engineering</dc:title>
  <dcterms:created xsi:type="dcterms:W3CDTF">2026-10-14T03:05:48Z</dcterms:created>
  <dcterms:modified xsi:type="dcterms:W3CDTF">2026-10-14T03:05:48Z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v10.0.20290.1</vt:lpwstr>
  </property>
  <property fmtid="{D5CDD505-2E9C-101B-9397-08002B2CF9AE}" pid="3" name="Created">
    <vt:filetime>2026-10-13T00:00:00Z</vt:filetime>
  </property>
  <property fmtid="{D5CDD505-2E9C-101B-9397-08002B2CF9AE}" pid="4" name="Creator">
    <vt:lpwstr>LaTeX with Beamer class</vt:lpwstr>
  </property>
  <property fmtid="{D5CDD505-2E9C-101B-9397-08002B2CF9AE}" pid="5" name="LastSaved">
    <vt:filetime>2026-10-14T00:00:00Z</vt:filetime>
  </property>
  <property fmtid="{D5CDD505-2E9C-101B-9397-08002B2CF9AE}" pid="6" name="PTEX.Fullbanner">
    <vt:lpwstr>This is pdfTeX, Version 3.141592653-2.6-1.40.29 (TeX Live 2026) kpathsea version 6.4.2</vt:lpwstr>
  </property>
  <property fmtid="{D5CDD505-2E9C-101B-9397-08002B2CF9AE}" pid="7" name="Producer">
    <vt:lpwstr>pdfTeX-1.40.29</vt:lpwstr>
  </property>
</Properties>
</file>